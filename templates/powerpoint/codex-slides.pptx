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C0DE5EC0-2026-4C0D-9E1F-9FEF00C0DE01}">
  <a:tblStyle styleId="{C0DE5EC0-2026-4C0D-9E1F-9FEF00C0DE01}" styleName="Codex">
    <a:wholeTbl>
      <a:tcTxStyle>
        <a:fontRef idx="minor">
          <a:prstClr val="white"/>
        </a:fontRef>
        <a:srgbClr val="E4E9F4"/>
      </a:tcTxStyle>
      <a:tcStyle>
        <a:tcBdr>
          <a:left>
            <a:ln w="14288">
              <a:solidFill>
                <a:srgbClr val="2C3A52"/>
              </a:solidFill>
            </a:ln>
          </a:left>
          <a:right>
            <a:ln w="14288">
              <a:solidFill>
                <a:srgbClr val="2C3A52"/>
              </a:solidFill>
            </a:ln>
          </a:right>
          <a:top>
            <a:ln w="14288">
              <a:solidFill>
                <a:srgbClr val="2C3A52"/>
              </a:solidFill>
            </a:ln>
          </a:top>
          <a:bottom>
            <a:ln w="14288">
              <a:solidFill>
                <a:srgbClr val="2C3A52"/>
              </a:solidFill>
            </a:ln>
          </a:bottom>
          <a:insideH>
            <a:ln w="14288">
              <a:solidFill>
                <a:srgbClr val="2C3A52"/>
              </a:solidFill>
            </a:ln>
          </a:insideH>
          <a:insideV>
            <a:ln w="14288">
              <a:solidFill>
                <a:srgbClr val="2C3A52"/>
              </a:solidFill>
            </a:ln>
          </a:insideV>
        </a:tcBdr>
        <a:fill>
          <a:solidFill>
            <a:srgbClr val="1A2332"/>
          </a:solidFill>
        </a:fill>
      </a:tcStyle>
    </a:wholeTbl>
    <a:firstRow>
      <a:tcTxStyle b="on">
        <a:fontRef idx="minor">
          <a:prstClr val="white"/>
        </a:fontRef>
        <a:srgbClr val="FFFFFF"/>
      </a:tcTxStyle>
      <a:tcStyle>
        <a:tcBdr/>
        <a:fill>
          <a:solidFill>
            <a:srgbClr val="202C3F"/>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a:prstGeom prst="rect">
            <a:avLst/>
          </a:prstGeom>
          <a:noFill/>
          <a:ln w="12700">
            <a:solidFill>
              <a:prstClr val="black"/>
            </a:solidFill>
          </a:ln>
        </p:spPr>
      </p:sp>
      <p:sp>
        <p:nvSpPr>
          <p:cNvPr id="3" name="Notes"/>
          <p:cNvSpPr>
            <a:spLocks noGrp="1"/>
          </p:cNvSpPr>
          <p:nvPr>
            <p:ph type="body" idx="1" sz="quarter"/>
          </p:nvPr>
        </p:nvSpPr>
        <p:spPr>
          <a:xfrm>
            <a:off x="685800" y="4343400"/>
            <a:ext cx="5486400" cy="4114800"/>
          </a:xfrm>
          <a:prstGeom prst="rect">
            <a:avLst/>
          </a:prstGeom>
        </p:spPr>
        <p:txBody>
          <a:bodyPr vert="horz" lIns="91440" tIns="45720" rIns="91440" bIns="45720" rtlCol="0"/>
          <a:lstStyle/>
          <a:p>
            <a:pPr lvl="0"/>
            <a:r>
              <a:rPr lang="en-GB"/>
              <a:t>Speaker notes</a:t>
            </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GB" dirty="0"/>
              <a:t>Title slide. Type the course name, the lesson title, one line on what learners will be able to do, and the lesson number and length. Every slide in this deck is an example of one layout: keep the ones you need, delete the rest, and add more with Home → New Slide (or Layout to change a slide's layout). The fonts are Chakra Petch, Figtree and JetBrains Mono (templates/drawio/fonts/ in the repository): install them first, or PowerPoint uses others.</a:t>
            </a:r>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GB" dirty="0"/>
              <a:t>Section slide: a number, a title and a line on what comes next. Use one at each change of topic, numbered like the course's sections.</a:t>
            </a:r>
            <a:endParaRPr lang="en-GB"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GB" dirty="0"/>
              <a:t>Title and content: the everyday slide. The small line above the title (the eyebrow) is for the lesson or topic; leave it empty if you don't need it, and it won't show. Write what you will say in these notes.</a:t>
            </a:r>
            <a:endParaRPr lang="en-GB"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GB" dirty="0"/>
              <a:t>Two columns: before and after, attack and defence, Windows and Linux. Keep both columns to the same number of points.</a:t>
            </a:r>
            <a:endParaRPr lang="en-GB"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GB" dirty="0"/>
              <a:t>Three cards: three parts of one idea, three steps, or three options. Each card has a number, a heading and two or three short sentences.</a:t>
            </a:r>
            <a:endParaRPr lang="en-GB"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GB" dirty="0"/>
              <a:t>Terminal: a command and its output, in JetBrains Mono. Colour the prompt lime and the line that matters orange or red (select the text, then the font colour). Paste commands with Paste as text only (Ctrl+Shift+V) so they keep the template's font. Keep it to a dozen lines; long output belongs in the lesson.</a:t>
            </a:r>
            <a:endParaRPr lang="en-GB"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GB" dirty="0"/>
              <a:t>Title only: a free area under the title for a diagram, a table or a picture. New shapes and lines start in the site's style; copy these cards to make your own. For a network, you can also use the draw.io templates (templates/drawio/) and insert the export with the Picture layout.</a:t>
            </a:r>
            <a:endParaRPr lang="en-GB"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GB" dirty="0"/>
              <a:t>A table on the Title only layout. Tables you insert (Insert → Table) start in the site's style. Keep them to five or six rows; a longer table belongs in the lesson.</a:t>
            </a:r>
            <a:endParaRPr lang="en-GB"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GB" dirty="0"/>
              <a:t>Picture: a diagram or screenshot with a caption. Click the picture icon to add one; it is cropped to fill the space (Picture Format → Crop → Fit shows all of it instead). An empty picture box doesn't show when presenting.</a:t>
            </a:r>
            <a:endParaRPr lang="en-GB"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GB" dirty="0"/>
              <a:t>Key point: one sentence to remember, with a line on why. Use it sparingly, once or twice a lesson.</a:t>
            </a:r>
            <a:endParaRPr lang="en-GB"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GB" dirty="0"/>
              <a:t>Quiz: a question with four answers, like the quizzes in the lessons. The answer is B, 443. Ask the room, then reveal it: say it, or duplicate this slide and outline the right answer in lime.</a:t>
            </a:r>
            <a:endParaRPr lang="en-GB"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GB" dirty="0"/>
              <a:t>Summary: three or four takeaways, and the next lesson. End every lesson's deck with it.</a:t>
            </a:r>
            <a:endParaRPr lang="en-GB"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p:spTree>
      <p:nvGrpSpPr>
        <p:cNvPr id="1" name=""/>
        <p:cNvGrpSpPr/>
        <p:nvPr/>
      </p:nvGrpSpPr>
      <p:grpSpPr>
        <a:xfrm>
          <a:off x="0" y="0"/>
          <a:ext cx="0" cy="0"/>
          <a:chOff x="0" y="0"/>
          <a:chExt cx="0" cy="0"/>
        </a:xfrm>
      </p:grpSpPr>
      <p:sp>
        <p:nvSpPr>
          <p:cNvPr id="2" name="rect 2"/>
          <p:cNvSpPr/>
          <p:nvPr userDrawn="1"/>
        </p:nvSpPr>
        <p:spPr>
          <a:xfrm>
            <a:off x="381000" y="0"/>
            <a:ext cx="9525" cy="6858000"/>
          </a:xfrm>
          <a:prstGeom prst="rect">
            <a:avLst/>
          </a:prstGeom>
          <a:solidFill>
            <a:srgbClr val="172131"/>
          </a:solidFill>
          <a:ln>
            <a:noFill/>
          </a:ln>
        </p:spPr>
        <p:txBody>
          <a:bodyPr rtlCol="0" anchor="ctr"/>
          <a:lstStyle/>
          <a:p>
            <a:endParaRPr lang="en-GB" dirty="0"/>
          </a:p>
        </p:txBody>
      </p:sp>
      <p:sp>
        <p:nvSpPr>
          <p:cNvPr id="3" name="rect 3"/>
          <p:cNvSpPr/>
          <p:nvPr userDrawn="1"/>
        </p:nvSpPr>
        <p:spPr>
          <a:xfrm>
            <a:off x="762000" y="0"/>
            <a:ext cx="9525" cy="6858000"/>
          </a:xfrm>
          <a:prstGeom prst="rect">
            <a:avLst/>
          </a:prstGeom>
          <a:solidFill>
            <a:srgbClr val="172131"/>
          </a:solidFill>
          <a:ln>
            <a:noFill/>
          </a:ln>
        </p:spPr>
        <p:txBody>
          <a:bodyPr rtlCol="0" anchor="ctr"/>
          <a:lstStyle/>
          <a:p>
            <a:endParaRPr lang="en-GB" dirty="0"/>
          </a:p>
        </p:txBody>
      </p:sp>
      <p:sp>
        <p:nvSpPr>
          <p:cNvPr id="4" name="rect 4"/>
          <p:cNvSpPr/>
          <p:nvPr userDrawn="1"/>
        </p:nvSpPr>
        <p:spPr>
          <a:xfrm>
            <a:off x="1143000" y="0"/>
            <a:ext cx="9525" cy="6858000"/>
          </a:xfrm>
          <a:prstGeom prst="rect">
            <a:avLst/>
          </a:prstGeom>
          <a:solidFill>
            <a:srgbClr val="172131"/>
          </a:solidFill>
          <a:ln>
            <a:noFill/>
          </a:ln>
        </p:spPr>
        <p:txBody>
          <a:bodyPr rtlCol="0" anchor="ctr"/>
          <a:lstStyle/>
          <a:p>
            <a:endParaRPr lang="en-GB" dirty="0"/>
          </a:p>
        </p:txBody>
      </p:sp>
      <p:sp>
        <p:nvSpPr>
          <p:cNvPr id="5" name="rect 5"/>
          <p:cNvSpPr/>
          <p:nvPr userDrawn="1"/>
        </p:nvSpPr>
        <p:spPr>
          <a:xfrm>
            <a:off x="1524000" y="0"/>
            <a:ext cx="9525" cy="6858000"/>
          </a:xfrm>
          <a:prstGeom prst="rect">
            <a:avLst/>
          </a:prstGeom>
          <a:solidFill>
            <a:srgbClr val="172131"/>
          </a:solidFill>
          <a:ln>
            <a:noFill/>
          </a:ln>
        </p:spPr>
        <p:txBody>
          <a:bodyPr rtlCol="0" anchor="ctr"/>
          <a:lstStyle/>
          <a:p>
            <a:endParaRPr lang="en-GB" dirty="0"/>
          </a:p>
        </p:txBody>
      </p:sp>
      <p:sp>
        <p:nvSpPr>
          <p:cNvPr id="6" name="rect 6"/>
          <p:cNvSpPr/>
          <p:nvPr userDrawn="1"/>
        </p:nvSpPr>
        <p:spPr>
          <a:xfrm>
            <a:off x="1905000" y="0"/>
            <a:ext cx="9525" cy="6858000"/>
          </a:xfrm>
          <a:prstGeom prst="rect">
            <a:avLst/>
          </a:prstGeom>
          <a:solidFill>
            <a:srgbClr val="172131"/>
          </a:solidFill>
          <a:ln>
            <a:noFill/>
          </a:ln>
        </p:spPr>
        <p:txBody>
          <a:bodyPr rtlCol="0" anchor="ctr"/>
          <a:lstStyle/>
          <a:p>
            <a:endParaRPr lang="en-GB" dirty="0"/>
          </a:p>
        </p:txBody>
      </p:sp>
      <p:sp>
        <p:nvSpPr>
          <p:cNvPr id="7" name="rect 7"/>
          <p:cNvSpPr/>
          <p:nvPr userDrawn="1"/>
        </p:nvSpPr>
        <p:spPr>
          <a:xfrm>
            <a:off x="2286000" y="0"/>
            <a:ext cx="9525" cy="6858000"/>
          </a:xfrm>
          <a:prstGeom prst="rect">
            <a:avLst/>
          </a:prstGeom>
          <a:solidFill>
            <a:srgbClr val="172131"/>
          </a:solidFill>
          <a:ln>
            <a:noFill/>
          </a:ln>
        </p:spPr>
        <p:txBody>
          <a:bodyPr rtlCol="0" anchor="ctr"/>
          <a:lstStyle/>
          <a:p>
            <a:endParaRPr lang="en-GB" dirty="0"/>
          </a:p>
        </p:txBody>
      </p:sp>
      <p:sp>
        <p:nvSpPr>
          <p:cNvPr id="8" name="rect 8"/>
          <p:cNvSpPr/>
          <p:nvPr userDrawn="1"/>
        </p:nvSpPr>
        <p:spPr>
          <a:xfrm>
            <a:off x="2667000" y="0"/>
            <a:ext cx="9525" cy="6858000"/>
          </a:xfrm>
          <a:prstGeom prst="rect">
            <a:avLst/>
          </a:prstGeom>
          <a:solidFill>
            <a:srgbClr val="172131"/>
          </a:solidFill>
          <a:ln>
            <a:noFill/>
          </a:ln>
        </p:spPr>
        <p:txBody>
          <a:bodyPr rtlCol="0" anchor="ctr"/>
          <a:lstStyle/>
          <a:p>
            <a:endParaRPr lang="en-GB" dirty="0"/>
          </a:p>
        </p:txBody>
      </p:sp>
      <p:sp>
        <p:nvSpPr>
          <p:cNvPr id="9" name="rect 9"/>
          <p:cNvSpPr/>
          <p:nvPr userDrawn="1"/>
        </p:nvSpPr>
        <p:spPr>
          <a:xfrm>
            <a:off x="3048000" y="0"/>
            <a:ext cx="9525" cy="6858000"/>
          </a:xfrm>
          <a:prstGeom prst="rect">
            <a:avLst/>
          </a:prstGeom>
          <a:solidFill>
            <a:srgbClr val="172131"/>
          </a:solidFill>
          <a:ln>
            <a:noFill/>
          </a:ln>
        </p:spPr>
        <p:txBody>
          <a:bodyPr rtlCol="0" anchor="ctr"/>
          <a:lstStyle/>
          <a:p>
            <a:endParaRPr lang="en-GB" dirty="0"/>
          </a:p>
        </p:txBody>
      </p:sp>
      <p:sp>
        <p:nvSpPr>
          <p:cNvPr id="10" name="rect 10"/>
          <p:cNvSpPr/>
          <p:nvPr userDrawn="1"/>
        </p:nvSpPr>
        <p:spPr>
          <a:xfrm>
            <a:off x="3429000" y="0"/>
            <a:ext cx="9525" cy="6858000"/>
          </a:xfrm>
          <a:prstGeom prst="rect">
            <a:avLst/>
          </a:prstGeom>
          <a:solidFill>
            <a:srgbClr val="172131"/>
          </a:solidFill>
          <a:ln>
            <a:noFill/>
          </a:ln>
        </p:spPr>
        <p:txBody>
          <a:bodyPr rtlCol="0" anchor="ctr"/>
          <a:lstStyle/>
          <a:p>
            <a:endParaRPr lang="en-GB" dirty="0"/>
          </a:p>
        </p:txBody>
      </p:sp>
      <p:sp>
        <p:nvSpPr>
          <p:cNvPr id="11" name="rect 11"/>
          <p:cNvSpPr/>
          <p:nvPr userDrawn="1"/>
        </p:nvSpPr>
        <p:spPr>
          <a:xfrm>
            <a:off x="3810000" y="0"/>
            <a:ext cx="9525" cy="6858000"/>
          </a:xfrm>
          <a:prstGeom prst="rect">
            <a:avLst/>
          </a:prstGeom>
          <a:solidFill>
            <a:srgbClr val="172131"/>
          </a:solidFill>
          <a:ln>
            <a:noFill/>
          </a:ln>
        </p:spPr>
        <p:txBody>
          <a:bodyPr rtlCol="0" anchor="ctr"/>
          <a:lstStyle/>
          <a:p>
            <a:endParaRPr lang="en-GB" dirty="0"/>
          </a:p>
        </p:txBody>
      </p:sp>
      <p:sp>
        <p:nvSpPr>
          <p:cNvPr id="12" name="rect 12"/>
          <p:cNvSpPr/>
          <p:nvPr userDrawn="1"/>
        </p:nvSpPr>
        <p:spPr>
          <a:xfrm>
            <a:off x="4191000" y="0"/>
            <a:ext cx="9525" cy="6858000"/>
          </a:xfrm>
          <a:prstGeom prst="rect">
            <a:avLst/>
          </a:prstGeom>
          <a:solidFill>
            <a:srgbClr val="172131"/>
          </a:solidFill>
          <a:ln>
            <a:noFill/>
          </a:ln>
        </p:spPr>
        <p:txBody>
          <a:bodyPr rtlCol="0" anchor="ctr"/>
          <a:lstStyle/>
          <a:p>
            <a:endParaRPr lang="en-GB" dirty="0"/>
          </a:p>
        </p:txBody>
      </p:sp>
      <p:sp>
        <p:nvSpPr>
          <p:cNvPr id="13" name="rect 13"/>
          <p:cNvSpPr/>
          <p:nvPr userDrawn="1"/>
        </p:nvSpPr>
        <p:spPr>
          <a:xfrm>
            <a:off x="4572000" y="0"/>
            <a:ext cx="9525" cy="6858000"/>
          </a:xfrm>
          <a:prstGeom prst="rect">
            <a:avLst/>
          </a:prstGeom>
          <a:solidFill>
            <a:srgbClr val="172131"/>
          </a:solidFill>
          <a:ln>
            <a:noFill/>
          </a:ln>
        </p:spPr>
        <p:txBody>
          <a:bodyPr rtlCol="0" anchor="ctr"/>
          <a:lstStyle/>
          <a:p>
            <a:endParaRPr lang="en-GB" dirty="0"/>
          </a:p>
        </p:txBody>
      </p:sp>
      <p:sp>
        <p:nvSpPr>
          <p:cNvPr id="14" name="rect 14"/>
          <p:cNvSpPr/>
          <p:nvPr userDrawn="1"/>
        </p:nvSpPr>
        <p:spPr>
          <a:xfrm>
            <a:off x="4953000" y="0"/>
            <a:ext cx="9525" cy="6858000"/>
          </a:xfrm>
          <a:prstGeom prst="rect">
            <a:avLst/>
          </a:prstGeom>
          <a:solidFill>
            <a:srgbClr val="172131"/>
          </a:solidFill>
          <a:ln>
            <a:noFill/>
          </a:ln>
        </p:spPr>
        <p:txBody>
          <a:bodyPr rtlCol="0" anchor="ctr"/>
          <a:lstStyle/>
          <a:p>
            <a:endParaRPr lang="en-GB" dirty="0"/>
          </a:p>
        </p:txBody>
      </p:sp>
      <p:sp>
        <p:nvSpPr>
          <p:cNvPr id="15" name="rect 15"/>
          <p:cNvSpPr/>
          <p:nvPr userDrawn="1"/>
        </p:nvSpPr>
        <p:spPr>
          <a:xfrm>
            <a:off x="5334000" y="0"/>
            <a:ext cx="9525" cy="6858000"/>
          </a:xfrm>
          <a:prstGeom prst="rect">
            <a:avLst/>
          </a:prstGeom>
          <a:solidFill>
            <a:srgbClr val="172131"/>
          </a:solidFill>
          <a:ln>
            <a:noFill/>
          </a:ln>
        </p:spPr>
        <p:txBody>
          <a:bodyPr rtlCol="0" anchor="ctr"/>
          <a:lstStyle/>
          <a:p>
            <a:endParaRPr lang="en-GB" dirty="0"/>
          </a:p>
        </p:txBody>
      </p:sp>
      <p:sp>
        <p:nvSpPr>
          <p:cNvPr id="16" name="rect 16"/>
          <p:cNvSpPr/>
          <p:nvPr userDrawn="1"/>
        </p:nvSpPr>
        <p:spPr>
          <a:xfrm>
            <a:off x="5715000" y="0"/>
            <a:ext cx="9525" cy="6858000"/>
          </a:xfrm>
          <a:prstGeom prst="rect">
            <a:avLst/>
          </a:prstGeom>
          <a:solidFill>
            <a:srgbClr val="172131"/>
          </a:solidFill>
          <a:ln>
            <a:noFill/>
          </a:ln>
        </p:spPr>
        <p:txBody>
          <a:bodyPr rtlCol="0" anchor="ctr"/>
          <a:lstStyle/>
          <a:p>
            <a:endParaRPr lang="en-GB" dirty="0"/>
          </a:p>
        </p:txBody>
      </p:sp>
      <p:sp>
        <p:nvSpPr>
          <p:cNvPr id="17" name="rect 17"/>
          <p:cNvSpPr/>
          <p:nvPr userDrawn="1"/>
        </p:nvSpPr>
        <p:spPr>
          <a:xfrm>
            <a:off x="6096000" y="0"/>
            <a:ext cx="9525" cy="6858000"/>
          </a:xfrm>
          <a:prstGeom prst="rect">
            <a:avLst/>
          </a:prstGeom>
          <a:solidFill>
            <a:srgbClr val="172131"/>
          </a:solidFill>
          <a:ln>
            <a:noFill/>
          </a:ln>
        </p:spPr>
        <p:txBody>
          <a:bodyPr rtlCol="0" anchor="ctr"/>
          <a:lstStyle/>
          <a:p>
            <a:endParaRPr lang="en-GB" dirty="0"/>
          </a:p>
        </p:txBody>
      </p:sp>
      <p:sp>
        <p:nvSpPr>
          <p:cNvPr id="18" name="rect 18"/>
          <p:cNvSpPr/>
          <p:nvPr userDrawn="1"/>
        </p:nvSpPr>
        <p:spPr>
          <a:xfrm>
            <a:off x="6477000" y="0"/>
            <a:ext cx="9525" cy="6858000"/>
          </a:xfrm>
          <a:prstGeom prst="rect">
            <a:avLst/>
          </a:prstGeom>
          <a:solidFill>
            <a:srgbClr val="172131"/>
          </a:solidFill>
          <a:ln>
            <a:noFill/>
          </a:ln>
        </p:spPr>
        <p:txBody>
          <a:bodyPr rtlCol="0" anchor="ctr"/>
          <a:lstStyle/>
          <a:p>
            <a:endParaRPr lang="en-GB" dirty="0"/>
          </a:p>
        </p:txBody>
      </p:sp>
      <p:sp>
        <p:nvSpPr>
          <p:cNvPr id="19" name="rect 19"/>
          <p:cNvSpPr/>
          <p:nvPr userDrawn="1"/>
        </p:nvSpPr>
        <p:spPr>
          <a:xfrm>
            <a:off x="6858000" y="0"/>
            <a:ext cx="9525" cy="6858000"/>
          </a:xfrm>
          <a:prstGeom prst="rect">
            <a:avLst/>
          </a:prstGeom>
          <a:solidFill>
            <a:srgbClr val="172131"/>
          </a:solidFill>
          <a:ln>
            <a:noFill/>
          </a:ln>
        </p:spPr>
        <p:txBody>
          <a:bodyPr rtlCol="0" anchor="ctr"/>
          <a:lstStyle/>
          <a:p>
            <a:endParaRPr lang="en-GB" dirty="0"/>
          </a:p>
        </p:txBody>
      </p:sp>
      <p:sp>
        <p:nvSpPr>
          <p:cNvPr id="20" name="rect 20"/>
          <p:cNvSpPr/>
          <p:nvPr userDrawn="1"/>
        </p:nvSpPr>
        <p:spPr>
          <a:xfrm>
            <a:off x="7239000" y="0"/>
            <a:ext cx="9525" cy="6858000"/>
          </a:xfrm>
          <a:prstGeom prst="rect">
            <a:avLst/>
          </a:prstGeom>
          <a:solidFill>
            <a:srgbClr val="172131"/>
          </a:solidFill>
          <a:ln>
            <a:noFill/>
          </a:ln>
        </p:spPr>
        <p:txBody>
          <a:bodyPr rtlCol="0" anchor="ctr"/>
          <a:lstStyle/>
          <a:p>
            <a:endParaRPr lang="en-GB" dirty="0"/>
          </a:p>
        </p:txBody>
      </p:sp>
      <p:sp>
        <p:nvSpPr>
          <p:cNvPr id="21" name="rect 21"/>
          <p:cNvSpPr/>
          <p:nvPr userDrawn="1"/>
        </p:nvSpPr>
        <p:spPr>
          <a:xfrm>
            <a:off x="7620000" y="0"/>
            <a:ext cx="9525" cy="6858000"/>
          </a:xfrm>
          <a:prstGeom prst="rect">
            <a:avLst/>
          </a:prstGeom>
          <a:solidFill>
            <a:srgbClr val="172131"/>
          </a:solidFill>
          <a:ln>
            <a:noFill/>
          </a:ln>
        </p:spPr>
        <p:txBody>
          <a:bodyPr rtlCol="0" anchor="ctr"/>
          <a:lstStyle/>
          <a:p>
            <a:endParaRPr lang="en-GB" dirty="0"/>
          </a:p>
        </p:txBody>
      </p:sp>
      <p:sp>
        <p:nvSpPr>
          <p:cNvPr id="22" name="rect 22"/>
          <p:cNvSpPr/>
          <p:nvPr userDrawn="1"/>
        </p:nvSpPr>
        <p:spPr>
          <a:xfrm>
            <a:off x="8001000" y="0"/>
            <a:ext cx="9525" cy="6858000"/>
          </a:xfrm>
          <a:prstGeom prst="rect">
            <a:avLst/>
          </a:prstGeom>
          <a:solidFill>
            <a:srgbClr val="172131"/>
          </a:solidFill>
          <a:ln>
            <a:noFill/>
          </a:ln>
        </p:spPr>
        <p:txBody>
          <a:bodyPr rtlCol="0" anchor="ctr"/>
          <a:lstStyle/>
          <a:p>
            <a:endParaRPr lang="en-GB" dirty="0"/>
          </a:p>
        </p:txBody>
      </p:sp>
      <p:sp>
        <p:nvSpPr>
          <p:cNvPr id="23" name="rect 23"/>
          <p:cNvSpPr/>
          <p:nvPr userDrawn="1"/>
        </p:nvSpPr>
        <p:spPr>
          <a:xfrm>
            <a:off x="8382000" y="0"/>
            <a:ext cx="9525" cy="6858000"/>
          </a:xfrm>
          <a:prstGeom prst="rect">
            <a:avLst/>
          </a:prstGeom>
          <a:solidFill>
            <a:srgbClr val="172131"/>
          </a:solidFill>
          <a:ln>
            <a:noFill/>
          </a:ln>
        </p:spPr>
        <p:txBody>
          <a:bodyPr rtlCol="0" anchor="ctr"/>
          <a:lstStyle/>
          <a:p>
            <a:endParaRPr lang="en-GB" dirty="0"/>
          </a:p>
        </p:txBody>
      </p:sp>
      <p:sp>
        <p:nvSpPr>
          <p:cNvPr id="24" name="rect 24"/>
          <p:cNvSpPr/>
          <p:nvPr userDrawn="1"/>
        </p:nvSpPr>
        <p:spPr>
          <a:xfrm>
            <a:off x="8763000" y="0"/>
            <a:ext cx="9525" cy="6858000"/>
          </a:xfrm>
          <a:prstGeom prst="rect">
            <a:avLst/>
          </a:prstGeom>
          <a:solidFill>
            <a:srgbClr val="172131"/>
          </a:solidFill>
          <a:ln>
            <a:noFill/>
          </a:ln>
        </p:spPr>
        <p:txBody>
          <a:bodyPr rtlCol="0" anchor="ctr"/>
          <a:lstStyle/>
          <a:p>
            <a:endParaRPr lang="en-GB" dirty="0"/>
          </a:p>
        </p:txBody>
      </p:sp>
      <p:sp>
        <p:nvSpPr>
          <p:cNvPr id="25" name="rect 25"/>
          <p:cNvSpPr/>
          <p:nvPr userDrawn="1"/>
        </p:nvSpPr>
        <p:spPr>
          <a:xfrm>
            <a:off x="9144000" y="0"/>
            <a:ext cx="9525" cy="6858000"/>
          </a:xfrm>
          <a:prstGeom prst="rect">
            <a:avLst/>
          </a:prstGeom>
          <a:solidFill>
            <a:srgbClr val="172131"/>
          </a:solidFill>
          <a:ln>
            <a:noFill/>
          </a:ln>
        </p:spPr>
        <p:txBody>
          <a:bodyPr rtlCol="0" anchor="ctr"/>
          <a:lstStyle/>
          <a:p>
            <a:endParaRPr lang="en-GB" dirty="0"/>
          </a:p>
        </p:txBody>
      </p:sp>
      <p:sp>
        <p:nvSpPr>
          <p:cNvPr id="26" name="rect 26"/>
          <p:cNvSpPr/>
          <p:nvPr userDrawn="1"/>
        </p:nvSpPr>
        <p:spPr>
          <a:xfrm>
            <a:off x="9525000" y="0"/>
            <a:ext cx="9525" cy="6858000"/>
          </a:xfrm>
          <a:prstGeom prst="rect">
            <a:avLst/>
          </a:prstGeom>
          <a:solidFill>
            <a:srgbClr val="172131"/>
          </a:solidFill>
          <a:ln>
            <a:noFill/>
          </a:ln>
        </p:spPr>
        <p:txBody>
          <a:bodyPr rtlCol="0" anchor="ctr"/>
          <a:lstStyle/>
          <a:p>
            <a:endParaRPr lang="en-GB" dirty="0"/>
          </a:p>
        </p:txBody>
      </p:sp>
      <p:sp>
        <p:nvSpPr>
          <p:cNvPr id="27" name="rect 27"/>
          <p:cNvSpPr/>
          <p:nvPr userDrawn="1"/>
        </p:nvSpPr>
        <p:spPr>
          <a:xfrm>
            <a:off x="9906000" y="0"/>
            <a:ext cx="9525" cy="6858000"/>
          </a:xfrm>
          <a:prstGeom prst="rect">
            <a:avLst/>
          </a:prstGeom>
          <a:solidFill>
            <a:srgbClr val="172131"/>
          </a:solidFill>
          <a:ln>
            <a:noFill/>
          </a:ln>
        </p:spPr>
        <p:txBody>
          <a:bodyPr rtlCol="0" anchor="ctr"/>
          <a:lstStyle/>
          <a:p>
            <a:endParaRPr lang="en-GB" dirty="0"/>
          </a:p>
        </p:txBody>
      </p:sp>
      <p:sp>
        <p:nvSpPr>
          <p:cNvPr id="28" name="rect 28"/>
          <p:cNvSpPr/>
          <p:nvPr userDrawn="1"/>
        </p:nvSpPr>
        <p:spPr>
          <a:xfrm>
            <a:off x="10287000" y="0"/>
            <a:ext cx="9525" cy="6858000"/>
          </a:xfrm>
          <a:prstGeom prst="rect">
            <a:avLst/>
          </a:prstGeom>
          <a:solidFill>
            <a:srgbClr val="172131"/>
          </a:solidFill>
          <a:ln>
            <a:noFill/>
          </a:ln>
        </p:spPr>
        <p:txBody>
          <a:bodyPr rtlCol="0" anchor="ctr"/>
          <a:lstStyle/>
          <a:p>
            <a:endParaRPr lang="en-GB" dirty="0"/>
          </a:p>
        </p:txBody>
      </p:sp>
      <p:sp>
        <p:nvSpPr>
          <p:cNvPr id="29" name="rect 29"/>
          <p:cNvSpPr/>
          <p:nvPr userDrawn="1"/>
        </p:nvSpPr>
        <p:spPr>
          <a:xfrm>
            <a:off x="10668000" y="0"/>
            <a:ext cx="9525" cy="6858000"/>
          </a:xfrm>
          <a:prstGeom prst="rect">
            <a:avLst/>
          </a:prstGeom>
          <a:solidFill>
            <a:srgbClr val="172131"/>
          </a:solidFill>
          <a:ln>
            <a:noFill/>
          </a:ln>
        </p:spPr>
        <p:txBody>
          <a:bodyPr rtlCol="0" anchor="ctr"/>
          <a:lstStyle/>
          <a:p>
            <a:endParaRPr lang="en-GB" dirty="0"/>
          </a:p>
        </p:txBody>
      </p:sp>
      <p:sp>
        <p:nvSpPr>
          <p:cNvPr id="30" name="rect 30"/>
          <p:cNvSpPr/>
          <p:nvPr userDrawn="1"/>
        </p:nvSpPr>
        <p:spPr>
          <a:xfrm>
            <a:off x="11049000" y="0"/>
            <a:ext cx="9525" cy="6858000"/>
          </a:xfrm>
          <a:prstGeom prst="rect">
            <a:avLst/>
          </a:prstGeom>
          <a:solidFill>
            <a:srgbClr val="172131"/>
          </a:solidFill>
          <a:ln>
            <a:noFill/>
          </a:ln>
        </p:spPr>
        <p:txBody>
          <a:bodyPr rtlCol="0" anchor="ctr"/>
          <a:lstStyle/>
          <a:p>
            <a:endParaRPr lang="en-GB" dirty="0"/>
          </a:p>
        </p:txBody>
      </p:sp>
      <p:sp>
        <p:nvSpPr>
          <p:cNvPr id="31" name="rect 31"/>
          <p:cNvSpPr/>
          <p:nvPr userDrawn="1"/>
        </p:nvSpPr>
        <p:spPr>
          <a:xfrm>
            <a:off x="11430000" y="0"/>
            <a:ext cx="9525" cy="6858000"/>
          </a:xfrm>
          <a:prstGeom prst="rect">
            <a:avLst/>
          </a:prstGeom>
          <a:solidFill>
            <a:srgbClr val="172131"/>
          </a:solidFill>
          <a:ln>
            <a:noFill/>
          </a:ln>
        </p:spPr>
        <p:txBody>
          <a:bodyPr rtlCol="0" anchor="ctr"/>
          <a:lstStyle/>
          <a:p>
            <a:endParaRPr lang="en-GB" dirty="0"/>
          </a:p>
        </p:txBody>
      </p:sp>
      <p:sp>
        <p:nvSpPr>
          <p:cNvPr id="32" name="rect 32"/>
          <p:cNvSpPr/>
          <p:nvPr userDrawn="1"/>
        </p:nvSpPr>
        <p:spPr>
          <a:xfrm>
            <a:off x="11811000" y="0"/>
            <a:ext cx="9525" cy="6858000"/>
          </a:xfrm>
          <a:prstGeom prst="rect">
            <a:avLst/>
          </a:prstGeom>
          <a:solidFill>
            <a:srgbClr val="172131"/>
          </a:solidFill>
          <a:ln>
            <a:noFill/>
          </a:ln>
        </p:spPr>
        <p:txBody>
          <a:bodyPr rtlCol="0" anchor="ctr"/>
          <a:lstStyle/>
          <a:p>
            <a:endParaRPr lang="en-GB" dirty="0"/>
          </a:p>
        </p:txBody>
      </p:sp>
      <p:sp>
        <p:nvSpPr>
          <p:cNvPr id="33" name="rect 33"/>
          <p:cNvSpPr/>
          <p:nvPr userDrawn="1"/>
        </p:nvSpPr>
        <p:spPr>
          <a:xfrm>
            <a:off x="0" y="381000"/>
            <a:ext cx="12192000" cy="9525"/>
          </a:xfrm>
          <a:prstGeom prst="rect">
            <a:avLst/>
          </a:prstGeom>
          <a:solidFill>
            <a:srgbClr val="172131"/>
          </a:solidFill>
          <a:ln>
            <a:noFill/>
          </a:ln>
        </p:spPr>
        <p:txBody>
          <a:bodyPr rtlCol="0" anchor="ctr"/>
          <a:lstStyle/>
          <a:p>
            <a:endParaRPr lang="en-GB" dirty="0"/>
          </a:p>
        </p:txBody>
      </p:sp>
      <p:sp>
        <p:nvSpPr>
          <p:cNvPr id="34" name="rect 34"/>
          <p:cNvSpPr/>
          <p:nvPr userDrawn="1"/>
        </p:nvSpPr>
        <p:spPr>
          <a:xfrm>
            <a:off x="0" y="762000"/>
            <a:ext cx="12192000" cy="9525"/>
          </a:xfrm>
          <a:prstGeom prst="rect">
            <a:avLst/>
          </a:prstGeom>
          <a:solidFill>
            <a:srgbClr val="172131"/>
          </a:solidFill>
          <a:ln>
            <a:noFill/>
          </a:ln>
        </p:spPr>
        <p:txBody>
          <a:bodyPr rtlCol="0" anchor="ctr"/>
          <a:lstStyle/>
          <a:p>
            <a:endParaRPr lang="en-GB" dirty="0"/>
          </a:p>
        </p:txBody>
      </p:sp>
      <p:sp>
        <p:nvSpPr>
          <p:cNvPr id="35" name="rect 35"/>
          <p:cNvSpPr/>
          <p:nvPr userDrawn="1"/>
        </p:nvSpPr>
        <p:spPr>
          <a:xfrm>
            <a:off x="0" y="1143000"/>
            <a:ext cx="12192000" cy="9525"/>
          </a:xfrm>
          <a:prstGeom prst="rect">
            <a:avLst/>
          </a:prstGeom>
          <a:solidFill>
            <a:srgbClr val="172131"/>
          </a:solidFill>
          <a:ln>
            <a:noFill/>
          </a:ln>
        </p:spPr>
        <p:txBody>
          <a:bodyPr rtlCol="0" anchor="ctr"/>
          <a:lstStyle/>
          <a:p>
            <a:endParaRPr lang="en-GB" dirty="0"/>
          </a:p>
        </p:txBody>
      </p:sp>
      <p:sp>
        <p:nvSpPr>
          <p:cNvPr id="36" name="rect 36"/>
          <p:cNvSpPr/>
          <p:nvPr userDrawn="1"/>
        </p:nvSpPr>
        <p:spPr>
          <a:xfrm>
            <a:off x="0" y="1524000"/>
            <a:ext cx="12192000" cy="9525"/>
          </a:xfrm>
          <a:prstGeom prst="rect">
            <a:avLst/>
          </a:prstGeom>
          <a:solidFill>
            <a:srgbClr val="172131"/>
          </a:solidFill>
          <a:ln>
            <a:noFill/>
          </a:ln>
        </p:spPr>
        <p:txBody>
          <a:bodyPr rtlCol="0" anchor="ctr"/>
          <a:lstStyle/>
          <a:p>
            <a:endParaRPr lang="en-GB" dirty="0"/>
          </a:p>
        </p:txBody>
      </p:sp>
      <p:sp>
        <p:nvSpPr>
          <p:cNvPr id="37" name="rect 37"/>
          <p:cNvSpPr/>
          <p:nvPr userDrawn="1"/>
        </p:nvSpPr>
        <p:spPr>
          <a:xfrm>
            <a:off x="0" y="1905000"/>
            <a:ext cx="12192000" cy="9525"/>
          </a:xfrm>
          <a:prstGeom prst="rect">
            <a:avLst/>
          </a:prstGeom>
          <a:solidFill>
            <a:srgbClr val="172131"/>
          </a:solidFill>
          <a:ln>
            <a:noFill/>
          </a:ln>
        </p:spPr>
        <p:txBody>
          <a:bodyPr rtlCol="0" anchor="ctr"/>
          <a:lstStyle/>
          <a:p>
            <a:endParaRPr lang="en-GB" dirty="0"/>
          </a:p>
        </p:txBody>
      </p:sp>
      <p:sp>
        <p:nvSpPr>
          <p:cNvPr id="38" name="rect 38"/>
          <p:cNvSpPr/>
          <p:nvPr userDrawn="1"/>
        </p:nvSpPr>
        <p:spPr>
          <a:xfrm>
            <a:off x="0" y="2286000"/>
            <a:ext cx="12192000" cy="9525"/>
          </a:xfrm>
          <a:prstGeom prst="rect">
            <a:avLst/>
          </a:prstGeom>
          <a:solidFill>
            <a:srgbClr val="172131"/>
          </a:solidFill>
          <a:ln>
            <a:noFill/>
          </a:ln>
        </p:spPr>
        <p:txBody>
          <a:bodyPr rtlCol="0" anchor="ctr"/>
          <a:lstStyle/>
          <a:p>
            <a:endParaRPr lang="en-GB" dirty="0"/>
          </a:p>
        </p:txBody>
      </p:sp>
      <p:sp>
        <p:nvSpPr>
          <p:cNvPr id="39" name="rect 39"/>
          <p:cNvSpPr/>
          <p:nvPr userDrawn="1"/>
        </p:nvSpPr>
        <p:spPr>
          <a:xfrm>
            <a:off x="0" y="2667000"/>
            <a:ext cx="12192000" cy="9525"/>
          </a:xfrm>
          <a:prstGeom prst="rect">
            <a:avLst/>
          </a:prstGeom>
          <a:solidFill>
            <a:srgbClr val="172131"/>
          </a:solidFill>
          <a:ln>
            <a:noFill/>
          </a:ln>
        </p:spPr>
        <p:txBody>
          <a:bodyPr rtlCol="0" anchor="ctr"/>
          <a:lstStyle/>
          <a:p>
            <a:endParaRPr lang="en-GB" dirty="0"/>
          </a:p>
        </p:txBody>
      </p:sp>
      <p:sp>
        <p:nvSpPr>
          <p:cNvPr id="40" name="rect 40"/>
          <p:cNvSpPr/>
          <p:nvPr userDrawn="1"/>
        </p:nvSpPr>
        <p:spPr>
          <a:xfrm>
            <a:off x="0" y="3048000"/>
            <a:ext cx="12192000" cy="9525"/>
          </a:xfrm>
          <a:prstGeom prst="rect">
            <a:avLst/>
          </a:prstGeom>
          <a:solidFill>
            <a:srgbClr val="172131"/>
          </a:solidFill>
          <a:ln>
            <a:noFill/>
          </a:ln>
        </p:spPr>
        <p:txBody>
          <a:bodyPr rtlCol="0" anchor="ctr"/>
          <a:lstStyle/>
          <a:p>
            <a:endParaRPr lang="en-GB" dirty="0"/>
          </a:p>
        </p:txBody>
      </p:sp>
      <p:sp>
        <p:nvSpPr>
          <p:cNvPr id="41" name="rect 41"/>
          <p:cNvSpPr/>
          <p:nvPr userDrawn="1"/>
        </p:nvSpPr>
        <p:spPr>
          <a:xfrm>
            <a:off x="0" y="3429000"/>
            <a:ext cx="12192000" cy="9525"/>
          </a:xfrm>
          <a:prstGeom prst="rect">
            <a:avLst/>
          </a:prstGeom>
          <a:solidFill>
            <a:srgbClr val="172131"/>
          </a:solidFill>
          <a:ln>
            <a:noFill/>
          </a:ln>
        </p:spPr>
        <p:txBody>
          <a:bodyPr rtlCol="0" anchor="ctr"/>
          <a:lstStyle/>
          <a:p>
            <a:endParaRPr lang="en-GB" dirty="0"/>
          </a:p>
        </p:txBody>
      </p:sp>
      <p:sp>
        <p:nvSpPr>
          <p:cNvPr id="42" name="rect 42"/>
          <p:cNvSpPr/>
          <p:nvPr userDrawn="1"/>
        </p:nvSpPr>
        <p:spPr>
          <a:xfrm>
            <a:off x="0" y="3810000"/>
            <a:ext cx="12192000" cy="9525"/>
          </a:xfrm>
          <a:prstGeom prst="rect">
            <a:avLst/>
          </a:prstGeom>
          <a:solidFill>
            <a:srgbClr val="172131"/>
          </a:solidFill>
          <a:ln>
            <a:noFill/>
          </a:ln>
        </p:spPr>
        <p:txBody>
          <a:bodyPr rtlCol="0" anchor="ctr"/>
          <a:lstStyle/>
          <a:p>
            <a:endParaRPr lang="en-GB" dirty="0"/>
          </a:p>
        </p:txBody>
      </p:sp>
      <p:sp>
        <p:nvSpPr>
          <p:cNvPr id="43" name="rect 43"/>
          <p:cNvSpPr/>
          <p:nvPr userDrawn="1"/>
        </p:nvSpPr>
        <p:spPr>
          <a:xfrm>
            <a:off x="0" y="4191000"/>
            <a:ext cx="12192000" cy="9525"/>
          </a:xfrm>
          <a:prstGeom prst="rect">
            <a:avLst/>
          </a:prstGeom>
          <a:solidFill>
            <a:srgbClr val="172131"/>
          </a:solidFill>
          <a:ln>
            <a:noFill/>
          </a:ln>
        </p:spPr>
        <p:txBody>
          <a:bodyPr rtlCol="0" anchor="ctr"/>
          <a:lstStyle/>
          <a:p>
            <a:endParaRPr lang="en-GB" dirty="0"/>
          </a:p>
        </p:txBody>
      </p:sp>
      <p:sp>
        <p:nvSpPr>
          <p:cNvPr id="44" name="rect 44"/>
          <p:cNvSpPr/>
          <p:nvPr userDrawn="1"/>
        </p:nvSpPr>
        <p:spPr>
          <a:xfrm>
            <a:off x="0" y="4572000"/>
            <a:ext cx="12192000" cy="9525"/>
          </a:xfrm>
          <a:prstGeom prst="rect">
            <a:avLst/>
          </a:prstGeom>
          <a:solidFill>
            <a:srgbClr val="172131"/>
          </a:solidFill>
          <a:ln>
            <a:noFill/>
          </a:ln>
        </p:spPr>
        <p:txBody>
          <a:bodyPr rtlCol="0" anchor="ctr"/>
          <a:lstStyle/>
          <a:p>
            <a:endParaRPr lang="en-GB" dirty="0"/>
          </a:p>
        </p:txBody>
      </p:sp>
      <p:sp>
        <p:nvSpPr>
          <p:cNvPr id="45" name="rect 45"/>
          <p:cNvSpPr/>
          <p:nvPr userDrawn="1"/>
        </p:nvSpPr>
        <p:spPr>
          <a:xfrm>
            <a:off x="0" y="4953000"/>
            <a:ext cx="12192000" cy="9525"/>
          </a:xfrm>
          <a:prstGeom prst="rect">
            <a:avLst/>
          </a:prstGeom>
          <a:solidFill>
            <a:srgbClr val="172131"/>
          </a:solidFill>
          <a:ln>
            <a:noFill/>
          </a:ln>
        </p:spPr>
        <p:txBody>
          <a:bodyPr rtlCol="0" anchor="ctr"/>
          <a:lstStyle/>
          <a:p>
            <a:endParaRPr lang="en-GB" dirty="0"/>
          </a:p>
        </p:txBody>
      </p:sp>
      <p:sp>
        <p:nvSpPr>
          <p:cNvPr id="46" name="rect 46"/>
          <p:cNvSpPr/>
          <p:nvPr userDrawn="1"/>
        </p:nvSpPr>
        <p:spPr>
          <a:xfrm>
            <a:off x="0" y="5334000"/>
            <a:ext cx="12192000" cy="9525"/>
          </a:xfrm>
          <a:prstGeom prst="rect">
            <a:avLst/>
          </a:prstGeom>
          <a:solidFill>
            <a:srgbClr val="172131"/>
          </a:solidFill>
          <a:ln>
            <a:noFill/>
          </a:ln>
        </p:spPr>
        <p:txBody>
          <a:bodyPr rtlCol="0" anchor="ctr"/>
          <a:lstStyle/>
          <a:p>
            <a:endParaRPr lang="en-GB" dirty="0"/>
          </a:p>
        </p:txBody>
      </p:sp>
      <p:sp>
        <p:nvSpPr>
          <p:cNvPr id="47" name="rect 47"/>
          <p:cNvSpPr/>
          <p:nvPr userDrawn="1"/>
        </p:nvSpPr>
        <p:spPr>
          <a:xfrm>
            <a:off x="0" y="5715000"/>
            <a:ext cx="12192000" cy="9525"/>
          </a:xfrm>
          <a:prstGeom prst="rect">
            <a:avLst/>
          </a:prstGeom>
          <a:solidFill>
            <a:srgbClr val="172131"/>
          </a:solidFill>
          <a:ln>
            <a:noFill/>
          </a:ln>
        </p:spPr>
        <p:txBody>
          <a:bodyPr rtlCol="0" anchor="ctr"/>
          <a:lstStyle/>
          <a:p>
            <a:endParaRPr lang="en-GB" dirty="0"/>
          </a:p>
        </p:txBody>
      </p:sp>
      <p:sp>
        <p:nvSpPr>
          <p:cNvPr id="48" name="rect 48"/>
          <p:cNvSpPr/>
          <p:nvPr userDrawn="1"/>
        </p:nvSpPr>
        <p:spPr>
          <a:xfrm>
            <a:off x="0" y="6096000"/>
            <a:ext cx="12192000" cy="9525"/>
          </a:xfrm>
          <a:prstGeom prst="rect">
            <a:avLst/>
          </a:prstGeom>
          <a:solidFill>
            <a:srgbClr val="172131"/>
          </a:solidFill>
          <a:ln>
            <a:noFill/>
          </a:ln>
        </p:spPr>
        <p:txBody>
          <a:bodyPr rtlCol="0" anchor="ctr"/>
          <a:lstStyle/>
          <a:p>
            <a:endParaRPr lang="en-GB" dirty="0"/>
          </a:p>
        </p:txBody>
      </p:sp>
      <p:sp>
        <p:nvSpPr>
          <p:cNvPr id="49" name="rect 49"/>
          <p:cNvSpPr/>
          <p:nvPr userDrawn="1"/>
        </p:nvSpPr>
        <p:spPr>
          <a:xfrm>
            <a:off x="0" y="6477000"/>
            <a:ext cx="12192000" cy="9525"/>
          </a:xfrm>
          <a:prstGeom prst="rect">
            <a:avLst/>
          </a:prstGeom>
          <a:solidFill>
            <a:srgbClr val="172131"/>
          </a:solidFill>
          <a:ln>
            <a:noFill/>
          </a:ln>
        </p:spPr>
        <p:txBody>
          <a:bodyPr rtlCol="0" anchor="ctr"/>
          <a:lstStyle/>
          <a:p>
            <a:endParaRPr lang="en-GB" dirty="0"/>
          </a:p>
        </p:txBody>
      </p:sp>
      <p:sp>
        <p:nvSpPr>
          <p:cNvPr id="50" name="rect 50"/>
          <p:cNvSpPr/>
          <p:nvPr userDrawn="1"/>
        </p:nvSpPr>
        <p:spPr>
          <a:xfrm>
            <a:off x="762000" y="685800"/>
            <a:ext cx="457200" cy="457200"/>
          </a:xfrm>
          <a:prstGeom prst="rect">
            <a:avLst/>
          </a:prstGeom>
          <a:solidFill>
            <a:srgbClr val="9FEF00"/>
          </a:solidFill>
          <a:ln>
            <a:noFill/>
          </a:ln>
        </p:spPr>
        <p:txBody>
          <a:bodyPr rtlCol="0" anchor="ctr"/>
          <a:lstStyle/>
          <a:p>
            <a:endParaRPr lang="en-GB" dirty="0"/>
          </a:p>
        </p:txBody>
      </p:sp>
      <p:sp>
        <p:nvSpPr>
          <p:cNvPr id="51" name="text 51"/>
          <p:cNvSpPr txBox="1"/>
          <p:nvPr userDrawn="1"/>
        </p:nvSpPr>
        <p:spPr>
          <a:xfrm>
            <a:off x="762000" y="685800"/>
            <a:ext cx="457200" cy="457200"/>
          </a:xfrm>
          <a:prstGeom prst="rect">
            <a:avLst/>
          </a:prstGeom>
          <a:noFill/>
        </p:spPr>
        <p:txBody>
          <a:bodyPr wrap="square" lIns="0" tIns="0" rIns="0" bIns="0" anchor="ctr" rtlCol="0">
            <a:noAutofit/>
          </a:bodyPr>
          <a:lstStyle/>
          <a:p>
            <a:pPr marL="0" indent="0" algn="ctr">
              <a:lnSpc>
                <a:spcPct val="105000"/>
              </a:lnSpc>
              <a:spcBef>
                <a:spcPts val="0"/>
              </a:spcBef>
              <a:spcAft>
                <a:spcPts val="0"/>
              </a:spcAft>
              <a:buNone/>
            </a:pPr>
            <a:r>
              <a:rPr lang="en-GB" sz="1600" b="1" dirty="0">
                <a:solidFill>
                  <a:srgbClr val="0E1A02"/>
                </a:solidFill>
                <a:latin typeface="JetBrains Mono"/>
                <a:cs typeface="JetBrains Mono"/>
              </a:rPr>
              <a:t>&gt;_</a:t>
            </a:r>
            <a:endParaRPr lang="en-GB" sz="1600" b="1" dirty="0">
              <a:solidFill>
                <a:srgbClr val="0E1A02"/>
              </a:solidFill>
              <a:latin typeface="JetBrains Mono"/>
              <a:cs typeface="JetBrains Mono"/>
            </a:endParaRPr>
          </a:p>
        </p:txBody>
      </p:sp>
      <p:sp>
        <p:nvSpPr>
          <p:cNvPr id="52" name="text 52"/>
          <p:cNvSpPr txBox="1"/>
          <p:nvPr userDrawn="1"/>
        </p:nvSpPr>
        <p:spPr>
          <a:xfrm>
            <a:off x="1333500" y="685800"/>
            <a:ext cx="2857500" cy="457200"/>
          </a:xfrm>
          <a:prstGeom prst="rect">
            <a:avLst/>
          </a:prstGeom>
          <a:noFill/>
        </p:spPr>
        <p:txBody>
          <a:bodyPr wrap="square" lIns="0" tIns="0" rIns="0" bIns="0" anchor="ctr" rtlCol="0">
            <a:noAutofit/>
          </a:bodyPr>
          <a:lstStyle/>
          <a:p>
            <a:pPr marL="0" indent="0" algn="l">
              <a:lnSpc>
                <a:spcPct val="105000"/>
              </a:lnSpc>
              <a:spcBef>
                <a:spcPts val="0"/>
              </a:spcBef>
              <a:spcAft>
                <a:spcPts val="0"/>
              </a:spcAft>
              <a:buNone/>
            </a:pPr>
            <a:r>
              <a:rPr lang="en-GB" sz="2400" b="1" dirty="0">
                <a:solidFill>
                  <a:srgbClr val="FFFFFF"/>
                </a:solidFill>
                <a:latin typeface="+mj-lt"/>
                <a:cs typeface="+mj-lt"/>
              </a:rPr>
              <a:t>Codex</a:t>
            </a:r>
            <a:endParaRPr lang="en-GB" sz="2400" b="1" dirty="0">
              <a:solidFill>
                <a:srgbClr val="FFFFFF"/>
              </a:solidFill>
              <a:latin typeface="+mj-lt"/>
              <a:cs typeface="+mj-lt"/>
            </a:endParaRPr>
          </a:p>
        </p:txBody>
      </p:sp>
      <p:sp>
        <p:nvSpPr>
          <p:cNvPr id="53" name="rect 53"/>
          <p:cNvSpPr/>
          <p:nvPr userDrawn="1"/>
        </p:nvSpPr>
        <p:spPr>
          <a:xfrm>
            <a:off x="762000" y="2209800"/>
            <a:ext cx="609600" cy="57150"/>
          </a:xfrm>
          <a:prstGeom prst="rect">
            <a:avLst/>
          </a:prstGeom>
          <a:solidFill>
            <a:srgbClr val="9FEF00"/>
          </a:solidFill>
          <a:ln>
            <a:noFill/>
          </a:ln>
        </p:spPr>
        <p:txBody>
          <a:bodyPr rtlCol="0" anchor="ctr"/>
          <a:lstStyle/>
          <a:p>
            <a:endParaRPr lang="en-GB" dirty="0"/>
          </a:p>
        </p:txBody>
      </p:sp>
      <p:sp>
        <p:nvSpPr>
          <p:cNvPr id="54" name="Course"/>
          <p:cNvSpPr>
            <a:spLocks noGrp="1"/>
          </p:cNvSpPr>
          <p:nvPr>
            <p:ph type="body" idx="10" sz="quarter"/>
          </p:nvPr>
        </p:nvSpPr>
        <p:spPr>
          <a:xfrm>
            <a:off x="762000" y="2419350"/>
            <a:ext cx="9144000" cy="285750"/>
          </a:xfrm>
        </p:spPr>
        <p:txBody>
          <a:bodyPr wrap="square" lIns="0" tIns="0" rIns="0" bIns="0" anchor="t" rtlCol="0">
            <a:normAutofit/>
          </a:bodyPr>
          <a:lstStyle>
            <a:lvl1pPr marL="0" indent="0" algn="l">
              <a:lnSpc>
                <a:spcPct val="105000"/>
              </a:lnSpc>
              <a:spcBef>
                <a:spcPts val="0"/>
              </a:spcBef>
              <a:spcAft>
                <a:spcPts val="0"/>
              </a:spcAft>
              <a:buNone/>
              <a:defRPr sz="1400" b="1" cap="all" spc="400" dirty="0">
                <a:solidFill>
                  <a:srgbClr val="9FEF00"/>
                </a:solidFill>
                <a:latin typeface="JetBrains Mono"/>
                <a:cs typeface="JetBrains Mono"/>
              </a:defRPr>
            </a:lvl1pPr>
          </a:lstStyle>
          <a:p>
            <a:r>
              <a:rPr lang="en-GB" dirty="0"/>
              <a:t>Course name</a:t>
            </a:r>
          </a:p>
        </p:txBody>
      </p:sp>
      <p:sp>
        <p:nvSpPr>
          <p:cNvPr id="55" name="Title"/>
          <p:cNvSpPr>
            <a:spLocks noGrp="1"/>
          </p:cNvSpPr>
          <p:nvPr>
            <p:ph type="ctrTitle"/>
          </p:nvPr>
        </p:nvSpPr>
        <p:spPr>
          <a:xfrm>
            <a:off x="762000" y="2800350"/>
            <a:ext cx="9525000" cy="1619250"/>
          </a:xfrm>
        </p:spPr>
        <p:txBody>
          <a:bodyPr wrap="square" lIns="0" tIns="0" rIns="0" bIns="0" anchor="t" rtlCol="0">
            <a:normAutofit/>
          </a:bodyPr>
          <a:lstStyle>
            <a:lvl1pPr marL="0" indent="0" algn="l">
              <a:lnSpc>
                <a:spcPct val="95000"/>
              </a:lnSpc>
              <a:spcBef>
                <a:spcPts val="0"/>
              </a:spcBef>
              <a:spcAft>
                <a:spcPts val="0"/>
              </a:spcAft>
              <a:buNone/>
              <a:defRPr sz="5400" b="1" dirty="0">
                <a:solidFill>
                  <a:srgbClr val="FFFFFF"/>
                </a:solidFill>
                <a:latin typeface="+mj-lt"/>
                <a:cs typeface="+mj-lt"/>
              </a:defRPr>
            </a:lvl1pPr>
          </a:lstStyle>
          <a:p>
            <a:r>
              <a:rPr lang="en-GB" dirty="0"/>
              <a:t>Lesson title</a:t>
            </a:r>
          </a:p>
        </p:txBody>
      </p:sp>
      <p:sp>
        <p:nvSpPr>
          <p:cNvPr id="56" name="Subtitle"/>
          <p:cNvSpPr>
            <a:spLocks noGrp="1"/>
          </p:cNvSpPr>
          <p:nvPr>
            <p:ph type="subTitle" idx="1"/>
          </p:nvPr>
        </p:nvSpPr>
        <p:spPr>
          <a:xfrm>
            <a:off x="762000" y="4514850"/>
            <a:ext cx="8191500" cy="857250"/>
          </a:xfrm>
        </p:spPr>
        <p:txBody>
          <a:bodyPr wrap="square" lIns="0" tIns="0" rIns="0" bIns="0" anchor="t" rtlCol="0">
            <a:normAutofit/>
          </a:bodyPr>
          <a:lstStyle>
            <a:lvl1pPr marL="0" indent="0" algn="l">
              <a:lnSpc>
                <a:spcPct val="105000"/>
              </a:lnSpc>
              <a:spcBef>
                <a:spcPts val="0"/>
              </a:spcBef>
              <a:spcAft>
                <a:spcPts val="0"/>
              </a:spcAft>
              <a:buNone/>
              <a:defRPr sz="2200" dirty="0">
                <a:solidFill>
                  <a:srgbClr val="A4B1CD"/>
                </a:solidFill>
                <a:latin typeface="+mn-lt"/>
                <a:cs typeface="+mn-lt"/>
              </a:defRPr>
            </a:lvl1pPr>
          </a:lstStyle>
          <a:p>
            <a:r>
              <a:rPr lang="en-GB" dirty="0"/>
              <a:t>What learners will be able to do by the end</a:t>
            </a:r>
          </a:p>
        </p:txBody>
      </p:sp>
      <p:sp>
        <p:nvSpPr>
          <p:cNvPr id="57" name="Details"/>
          <p:cNvSpPr>
            <a:spLocks noGrp="1"/>
          </p:cNvSpPr>
          <p:nvPr>
            <p:ph type="body" idx="11" sz="quarter"/>
          </p:nvPr>
        </p:nvSpPr>
        <p:spPr>
          <a:xfrm>
            <a:off x="762000" y="5772150"/>
            <a:ext cx="8191500" cy="323850"/>
          </a:xfrm>
        </p:spPr>
        <p:txBody>
          <a:bodyPr wrap="square" lIns="0" tIns="0" rIns="0" bIns="0" anchor="b" rtlCol="0">
            <a:normAutofit/>
          </a:bodyPr>
          <a:lstStyle>
            <a:lvl1pPr marL="0" indent="0" algn="l">
              <a:lnSpc>
                <a:spcPct val="105000"/>
              </a:lnSpc>
              <a:spcBef>
                <a:spcPts val="0"/>
              </a:spcBef>
              <a:spcAft>
                <a:spcPts val="0"/>
              </a:spcAft>
              <a:buNone/>
              <a:defRPr sz="1300" dirty="0">
                <a:solidFill>
                  <a:srgbClr val="8494B5"/>
                </a:solidFill>
                <a:latin typeface="JetBrains Mono"/>
                <a:cs typeface="JetBrains Mono"/>
              </a:defRPr>
            </a:lvl1pPr>
          </a:lstStyle>
          <a:p>
            <a:r>
              <a:rPr lang="en-GB" dirty="0"/>
              <a:t>Lesson 1 · 20 minutes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showMasterSp="0">
  <p:cSld name="Section">
    <p:spTree>
      <p:nvGrpSpPr>
        <p:cNvPr id="1" name=""/>
        <p:cNvGrpSpPr/>
        <p:nvPr/>
      </p:nvGrpSpPr>
      <p:grpSpPr>
        <a:xfrm>
          <a:off x="0" y="0"/>
          <a:ext cx="0" cy="0"/>
          <a:chOff x="0" y="0"/>
          <a:chExt cx="0" cy="0"/>
        </a:xfrm>
      </p:grpSpPr>
      <p:sp>
        <p:nvSpPr>
          <p:cNvPr id="2" name="rect 2"/>
          <p:cNvSpPr/>
          <p:nvPr userDrawn="1"/>
        </p:nvSpPr>
        <p:spPr>
          <a:xfrm>
            <a:off x="381000" y="0"/>
            <a:ext cx="9525" cy="6858000"/>
          </a:xfrm>
          <a:prstGeom prst="rect">
            <a:avLst/>
          </a:prstGeom>
          <a:solidFill>
            <a:srgbClr val="172131"/>
          </a:solidFill>
          <a:ln>
            <a:noFill/>
          </a:ln>
        </p:spPr>
        <p:txBody>
          <a:bodyPr rtlCol="0" anchor="ctr"/>
          <a:lstStyle/>
          <a:p>
            <a:endParaRPr lang="en-GB" dirty="0"/>
          </a:p>
        </p:txBody>
      </p:sp>
      <p:sp>
        <p:nvSpPr>
          <p:cNvPr id="3" name="rect 3"/>
          <p:cNvSpPr/>
          <p:nvPr userDrawn="1"/>
        </p:nvSpPr>
        <p:spPr>
          <a:xfrm>
            <a:off x="762000" y="0"/>
            <a:ext cx="9525" cy="6858000"/>
          </a:xfrm>
          <a:prstGeom prst="rect">
            <a:avLst/>
          </a:prstGeom>
          <a:solidFill>
            <a:srgbClr val="172131"/>
          </a:solidFill>
          <a:ln>
            <a:noFill/>
          </a:ln>
        </p:spPr>
        <p:txBody>
          <a:bodyPr rtlCol="0" anchor="ctr"/>
          <a:lstStyle/>
          <a:p>
            <a:endParaRPr lang="en-GB" dirty="0"/>
          </a:p>
        </p:txBody>
      </p:sp>
      <p:sp>
        <p:nvSpPr>
          <p:cNvPr id="4" name="rect 4"/>
          <p:cNvSpPr/>
          <p:nvPr userDrawn="1"/>
        </p:nvSpPr>
        <p:spPr>
          <a:xfrm>
            <a:off x="1143000" y="0"/>
            <a:ext cx="9525" cy="6858000"/>
          </a:xfrm>
          <a:prstGeom prst="rect">
            <a:avLst/>
          </a:prstGeom>
          <a:solidFill>
            <a:srgbClr val="172131"/>
          </a:solidFill>
          <a:ln>
            <a:noFill/>
          </a:ln>
        </p:spPr>
        <p:txBody>
          <a:bodyPr rtlCol="0" anchor="ctr"/>
          <a:lstStyle/>
          <a:p>
            <a:endParaRPr lang="en-GB" dirty="0"/>
          </a:p>
        </p:txBody>
      </p:sp>
      <p:sp>
        <p:nvSpPr>
          <p:cNvPr id="5" name="rect 5"/>
          <p:cNvSpPr/>
          <p:nvPr userDrawn="1"/>
        </p:nvSpPr>
        <p:spPr>
          <a:xfrm>
            <a:off x="1524000" y="0"/>
            <a:ext cx="9525" cy="6858000"/>
          </a:xfrm>
          <a:prstGeom prst="rect">
            <a:avLst/>
          </a:prstGeom>
          <a:solidFill>
            <a:srgbClr val="172131"/>
          </a:solidFill>
          <a:ln>
            <a:noFill/>
          </a:ln>
        </p:spPr>
        <p:txBody>
          <a:bodyPr rtlCol="0" anchor="ctr"/>
          <a:lstStyle/>
          <a:p>
            <a:endParaRPr lang="en-GB" dirty="0"/>
          </a:p>
        </p:txBody>
      </p:sp>
      <p:sp>
        <p:nvSpPr>
          <p:cNvPr id="6" name="rect 6"/>
          <p:cNvSpPr/>
          <p:nvPr userDrawn="1"/>
        </p:nvSpPr>
        <p:spPr>
          <a:xfrm>
            <a:off x="1905000" y="0"/>
            <a:ext cx="9525" cy="6858000"/>
          </a:xfrm>
          <a:prstGeom prst="rect">
            <a:avLst/>
          </a:prstGeom>
          <a:solidFill>
            <a:srgbClr val="172131"/>
          </a:solidFill>
          <a:ln>
            <a:noFill/>
          </a:ln>
        </p:spPr>
        <p:txBody>
          <a:bodyPr rtlCol="0" anchor="ctr"/>
          <a:lstStyle/>
          <a:p>
            <a:endParaRPr lang="en-GB" dirty="0"/>
          </a:p>
        </p:txBody>
      </p:sp>
      <p:sp>
        <p:nvSpPr>
          <p:cNvPr id="7" name="rect 7"/>
          <p:cNvSpPr/>
          <p:nvPr userDrawn="1"/>
        </p:nvSpPr>
        <p:spPr>
          <a:xfrm>
            <a:off x="2286000" y="0"/>
            <a:ext cx="9525" cy="6858000"/>
          </a:xfrm>
          <a:prstGeom prst="rect">
            <a:avLst/>
          </a:prstGeom>
          <a:solidFill>
            <a:srgbClr val="172131"/>
          </a:solidFill>
          <a:ln>
            <a:noFill/>
          </a:ln>
        </p:spPr>
        <p:txBody>
          <a:bodyPr rtlCol="0" anchor="ctr"/>
          <a:lstStyle/>
          <a:p>
            <a:endParaRPr lang="en-GB" dirty="0"/>
          </a:p>
        </p:txBody>
      </p:sp>
      <p:sp>
        <p:nvSpPr>
          <p:cNvPr id="8" name="rect 8"/>
          <p:cNvSpPr/>
          <p:nvPr userDrawn="1"/>
        </p:nvSpPr>
        <p:spPr>
          <a:xfrm>
            <a:off x="2667000" y="0"/>
            <a:ext cx="9525" cy="6858000"/>
          </a:xfrm>
          <a:prstGeom prst="rect">
            <a:avLst/>
          </a:prstGeom>
          <a:solidFill>
            <a:srgbClr val="172131"/>
          </a:solidFill>
          <a:ln>
            <a:noFill/>
          </a:ln>
        </p:spPr>
        <p:txBody>
          <a:bodyPr rtlCol="0" anchor="ctr"/>
          <a:lstStyle/>
          <a:p>
            <a:endParaRPr lang="en-GB" dirty="0"/>
          </a:p>
        </p:txBody>
      </p:sp>
      <p:sp>
        <p:nvSpPr>
          <p:cNvPr id="9" name="rect 9"/>
          <p:cNvSpPr/>
          <p:nvPr userDrawn="1"/>
        </p:nvSpPr>
        <p:spPr>
          <a:xfrm>
            <a:off x="3048000" y="0"/>
            <a:ext cx="9525" cy="6858000"/>
          </a:xfrm>
          <a:prstGeom prst="rect">
            <a:avLst/>
          </a:prstGeom>
          <a:solidFill>
            <a:srgbClr val="172131"/>
          </a:solidFill>
          <a:ln>
            <a:noFill/>
          </a:ln>
        </p:spPr>
        <p:txBody>
          <a:bodyPr rtlCol="0" anchor="ctr"/>
          <a:lstStyle/>
          <a:p>
            <a:endParaRPr lang="en-GB" dirty="0"/>
          </a:p>
        </p:txBody>
      </p:sp>
      <p:sp>
        <p:nvSpPr>
          <p:cNvPr id="10" name="rect 10"/>
          <p:cNvSpPr/>
          <p:nvPr userDrawn="1"/>
        </p:nvSpPr>
        <p:spPr>
          <a:xfrm>
            <a:off x="3429000" y="0"/>
            <a:ext cx="9525" cy="6858000"/>
          </a:xfrm>
          <a:prstGeom prst="rect">
            <a:avLst/>
          </a:prstGeom>
          <a:solidFill>
            <a:srgbClr val="172131"/>
          </a:solidFill>
          <a:ln>
            <a:noFill/>
          </a:ln>
        </p:spPr>
        <p:txBody>
          <a:bodyPr rtlCol="0" anchor="ctr"/>
          <a:lstStyle/>
          <a:p>
            <a:endParaRPr lang="en-GB" dirty="0"/>
          </a:p>
        </p:txBody>
      </p:sp>
      <p:sp>
        <p:nvSpPr>
          <p:cNvPr id="11" name="rect 11"/>
          <p:cNvSpPr/>
          <p:nvPr userDrawn="1"/>
        </p:nvSpPr>
        <p:spPr>
          <a:xfrm>
            <a:off x="3810000" y="0"/>
            <a:ext cx="9525" cy="6858000"/>
          </a:xfrm>
          <a:prstGeom prst="rect">
            <a:avLst/>
          </a:prstGeom>
          <a:solidFill>
            <a:srgbClr val="172131"/>
          </a:solidFill>
          <a:ln>
            <a:noFill/>
          </a:ln>
        </p:spPr>
        <p:txBody>
          <a:bodyPr rtlCol="0" anchor="ctr"/>
          <a:lstStyle/>
          <a:p>
            <a:endParaRPr lang="en-GB" dirty="0"/>
          </a:p>
        </p:txBody>
      </p:sp>
      <p:sp>
        <p:nvSpPr>
          <p:cNvPr id="12" name="rect 12"/>
          <p:cNvSpPr/>
          <p:nvPr userDrawn="1"/>
        </p:nvSpPr>
        <p:spPr>
          <a:xfrm>
            <a:off x="4191000" y="0"/>
            <a:ext cx="9525" cy="6858000"/>
          </a:xfrm>
          <a:prstGeom prst="rect">
            <a:avLst/>
          </a:prstGeom>
          <a:solidFill>
            <a:srgbClr val="172131"/>
          </a:solidFill>
          <a:ln>
            <a:noFill/>
          </a:ln>
        </p:spPr>
        <p:txBody>
          <a:bodyPr rtlCol="0" anchor="ctr"/>
          <a:lstStyle/>
          <a:p>
            <a:endParaRPr lang="en-GB" dirty="0"/>
          </a:p>
        </p:txBody>
      </p:sp>
      <p:sp>
        <p:nvSpPr>
          <p:cNvPr id="13" name="rect 13"/>
          <p:cNvSpPr/>
          <p:nvPr userDrawn="1"/>
        </p:nvSpPr>
        <p:spPr>
          <a:xfrm>
            <a:off x="4572000" y="0"/>
            <a:ext cx="9525" cy="6858000"/>
          </a:xfrm>
          <a:prstGeom prst="rect">
            <a:avLst/>
          </a:prstGeom>
          <a:solidFill>
            <a:srgbClr val="172131"/>
          </a:solidFill>
          <a:ln>
            <a:noFill/>
          </a:ln>
        </p:spPr>
        <p:txBody>
          <a:bodyPr rtlCol="0" anchor="ctr"/>
          <a:lstStyle/>
          <a:p>
            <a:endParaRPr lang="en-GB" dirty="0"/>
          </a:p>
        </p:txBody>
      </p:sp>
      <p:sp>
        <p:nvSpPr>
          <p:cNvPr id="14" name="rect 14"/>
          <p:cNvSpPr/>
          <p:nvPr userDrawn="1"/>
        </p:nvSpPr>
        <p:spPr>
          <a:xfrm>
            <a:off x="4953000" y="0"/>
            <a:ext cx="9525" cy="6858000"/>
          </a:xfrm>
          <a:prstGeom prst="rect">
            <a:avLst/>
          </a:prstGeom>
          <a:solidFill>
            <a:srgbClr val="172131"/>
          </a:solidFill>
          <a:ln>
            <a:noFill/>
          </a:ln>
        </p:spPr>
        <p:txBody>
          <a:bodyPr rtlCol="0" anchor="ctr"/>
          <a:lstStyle/>
          <a:p>
            <a:endParaRPr lang="en-GB" dirty="0"/>
          </a:p>
        </p:txBody>
      </p:sp>
      <p:sp>
        <p:nvSpPr>
          <p:cNvPr id="15" name="rect 15"/>
          <p:cNvSpPr/>
          <p:nvPr userDrawn="1"/>
        </p:nvSpPr>
        <p:spPr>
          <a:xfrm>
            <a:off x="5334000" y="0"/>
            <a:ext cx="9525" cy="6858000"/>
          </a:xfrm>
          <a:prstGeom prst="rect">
            <a:avLst/>
          </a:prstGeom>
          <a:solidFill>
            <a:srgbClr val="172131"/>
          </a:solidFill>
          <a:ln>
            <a:noFill/>
          </a:ln>
        </p:spPr>
        <p:txBody>
          <a:bodyPr rtlCol="0" anchor="ctr"/>
          <a:lstStyle/>
          <a:p>
            <a:endParaRPr lang="en-GB" dirty="0"/>
          </a:p>
        </p:txBody>
      </p:sp>
      <p:sp>
        <p:nvSpPr>
          <p:cNvPr id="16" name="rect 16"/>
          <p:cNvSpPr/>
          <p:nvPr userDrawn="1"/>
        </p:nvSpPr>
        <p:spPr>
          <a:xfrm>
            <a:off x="5715000" y="0"/>
            <a:ext cx="9525" cy="6858000"/>
          </a:xfrm>
          <a:prstGeom prst="rect">
            <a:avLst/>
          </a:prstGeom>
          <a:solidFill>
            <a:srgbClr val="172131"/>
          </a:solidFill>
          <a:ln>
            <a:noFill/>
          </a:ln>
        </p:spPr>
        <p:txBody>
          <a:bodyPr rtlCol="0" anchor="ctr"/>
          <a:lstStyle/>
          <a:p>
            <a:endParaRPr lang="en-GB" dirty="0"/>
          </a:p>
        </p:txBody>
      </p:sp>
      <p:sp>
        <p:nvSpPr>
          <p:cNvPr id="17" name="rect 17"/>
          <p:cNvSpPr/>
          <p:nvPr userDrawn="1"/>
        </p:nvSpPr>
        <p:spPr>
          <a:xfrm>
            <a:off x="6096000" y="0"/>
            <a:ext cx="9525" cy="6858000"/>
          </a:xfrm>
          <a:prstGeom prst="rect">
            <a:avLst/>
          </a:prstGeom>
          <a:solidFill>
            <a:srgbClr val="172131"/>
          </a:solidFill>
          <a:ln>
            <a:noFill/>
          </a:ln>
        </p:spPr>
        <p:txBody>
          <a:bodyPr rtlCol="0" anchor="ctr"/>
          <a:lstStyle/>
          <a:p>
            <a:endParaRPr lang="en-GB" dirty="0"/>
          </a:p>
        </p:txBody>
      </p:sp>
      <p:sp>
        <p:nvSpPr>
          <p:cNvPr id="18" name="rect 18"/>
          <p:cNvSpPr/>
          <p:nvPr userDrawn="1"/>
        </p:nvSpPr>
        <p:spPr>
          <a:xfrm>
            <a:off x="6477000" y="0"/>
            <a:ext cx="9525" cy="6858000"/>
          </a:xfrm>
          <a:prstGeom prst="rect">
            <a:avLst/>
          </a:prstGeom>
          <a:solidFill>
            <a:srgbClr val="172131"/>
          </a:solidFill>
          <a:ln>
            <a:noFill/>
          </a:ln>
        </p:spPr>
        <p:txBody>
          <a:bodyPr rtlCol="0" anchor="ctr"/>
          <a:lstStyle/>
          <a:p>
            <a:endParaRPr lang="en-GB" dirty="0"/>
          </a:p>
        </p:txBody>
      </p:sp>
      <p:sp>
        <p:nvSpPr>
          <p:cNvPr id="19" name="rect 19"/>
          <p:cNvSpPr/>
          <p:nvPr userDrawn="1"/>
        </p:nvSpPr>
        <p:spPr>
          <a:xfrm>
            <a:off x="6858000" y="0"/>
            <a:ext cx="9525" cy="6858000"/>
          </a:xfrm>
          <a:prstGeom prst="rect">
            <a:avLst/>
          </a:prstGeom>
          <a:solidFill>
            <a:srgbClr val="172131"/>
          </a:solidFill>
          <a:ln>
            <a:noFill/>
          </a:ln>
        </p:spPr>
        <p:txBody>
          <a:bodyPr rtlCol="0" anchor="ctr"/>
          <a:lstStyle/>
          <a:p>
            <a:endParaRPr lang="en-GB" dirty="0"/>
          </a:p>
        </p:txBody>
      </p:sp>
      <p:sp>
        <p:nvSpPr>
          <p:cNvPr id="20" name="rect 20"/>
          <p:cNvSpPr/>
          <p:nvPr userDrawn="1"/>
        </p:nvSpPr>
        <p:spPr>
          <a:xfrm>
            <a:off x="7239000" y="0"/>
            <a:ext cx="9525" cy="6858000"/>
          </a:xfrm>
          <a:prstGeom prst="rect">
            <a:avLst/>
          </a:prstGeom>
          <a:solidFill>
            <a:srgbClr val="172131"/>
          </a:solidFill>
          <a:ln>
            <a:noFill/>
          </a:ln>
        </p:spPr>
        <p:txBody>
          <a:bodyPr rtlCol="0" anchor="ctr"/>
          <a:lstStyle/>
          <a:p>
            <a:endParaRPr lang="en-GB" dirty="0"/>
          </a:p>
        </p:txBody>
      </p:sp>
      <p:sp>
        <p:nvSpPr>
          <p:cNvPr id="21" name="rect 21"/>
          <p:cNvSpPr/>
          <p:nvPr userDrawn="1"/>
        </p:nvSpPr>
        <p:spPr>
          <a:xfrm>
            <a:off x="7620000" y="0"/>
            <a:ext cx="9525" cy="6858000"/>
          </a:xfrm>
          <a:prstGeom prst="rect">
            <a:avLst/>
          </a:prstGeom>
          <a:solidFill>
            <a:srgbClr val="172131"/>
          </a:solidFill>
          <a:ln>
            <a:noFill/>
          </a:ln>
        </p:spPr>
        <p:txBody>
          <a:bodyPr rtlCol="0" anchor="ctr"/>
          <a:lstStyle/>
          <a:p>
            <a:endParaRPr lang="en-GB" dirty="0"/>
          </a:p>
        </p:txBody>
      </p:sp>
      <p:sp>
        <p:nvSpPr>
          <p:cNvPr id="22" name="rect 22"/>
          <p:cNvSpPr/>
          <p:nvPr userDrawn="1"/>
        </p:nvSpPr>
        <p:spPr>
          <a:xfrm>
            <a:off x="8001000" y="0"/>
            <a:ext cx="9525" cy="6858000"/>
          </a:xfrm>
          <a:prstGeom prst="rect">
            <a:avLst/>
          </a:prstGeom>
          <a:solidFill>
            <a:srgbClr val="172131"/>
          </a:solidFill>
          <a:ln>
            <a:noFill/>
          </a:ln>
        </p:spPr>
        <p:txBody>
          <a:bodyPr rtlCol="0" anchor="ctr"/>
          <a:lstStyle/>
          <a:p>
            <a:endParaRPr lang="en-GB" dirty="0"/>
          </a:p>
        </p:txBody>
      </p:sp>
      <p:sp>
        <p:nvSpPr>
          <p:cNvPr id="23" name="rect 23"/>
          <p:cNvSpPr/>
          <p:nvPr userDrawn="1"/>
        </p:nvSpPr>
        <p:spPr>
          <a:xfrm>
            <a:off x="8382000" y="0"/>
            <a:ext cx="9525" cy="6858000"/>
          </a:xfrm>
          <a:prstGeom prst="rect">
            <a:avLst/>
          </a:prstGeom>
          <a:solidFill>
            <a:srgbClr val="172131"/>
          </a:solidFill>
          <a:ln>
            <a:noFill/>
          </a:ln>
        </p:spPr>
        <p:txBody>
          <a:bodyPr rtlCol="0" anchor="ctr"/>
          <a:lstStyle/>
          <a:p>
            <a:endParaRPr lang="en-GB" dirty="0"/>
          </a:p>
        </p:txBody>
      </p:sp>
      <p:sp>
        <p:nvSpPr>
          <p:cNvPr id="24" name="rect 24"/>
          <p:cNvSpPr/>
          <p:nvPr userDrawn="1"/>
        </p:nvSpPr>
        <p:spPr>
          <a:xfrm>
            <a:off x="8763000" y="0"/>
            <a:ext cx="9525" cy="6858000"/>
          </a:xfrm>
          <a:prstGeom prst="rect">
            <a:avLst/>
          </a:prstGeom>
          <a:solidFill>
            <a:srgbClr val="172131"/>
          </a:solidFill>
          <a:ln>
            <a:noFill/>
          </a:ln>
        </p:spPr>
        <p:txBody>
          <a:bodyPr rtlCol="0" anchor="ctr"/>
          <a:lstStyle/>
          <a:p>
            <a:endParaRPr lang="en-GB" dirty="0"/>
          </a:p>
        </p:txBody>
      </p:sp>
      <p:sp>
        <p:nvSpPr>
          <p:cNvPr id="25" name="rect 25"/>
          <p:cNvSpPr/>
          <p:nvPr userDrawn="1"/>
        </p:nvSpPr>
        <p:spPr>
          <a:xfrm>
            <a:off x="9144000" y="0"/>
            <a:ext cx="9525" cy="6858000"/>
          </a:xfrm>
          <a:prstGeom prst="rect">
            <a:avLst/>
          </a:prstGeom>
          <a:solidFill>
            <a:srgbClr val="172131"/>
          </a:solidFill>
          <a:ln>
            <a:noFill/>
          </a:ln>
        </p:spPr>
        <p:txBody>
          <a:bodyPr rtlCol="0" anchor="ctr"/>
          <a:lstStyle/>
          <a:p>
            <a:endParaRPr lang="en-GB" dirty="0"/>
          </a:p>
        </p:txBody>
      </p:sp>
      <p:sp>
        <p:nvSpPr>
          <p:cNvPr id="26" name="rect 26"/>
          <p:cNvSpPr/>
          <p:nvPr userDrawn="1"/>
        </p:nvSpPr>
        <p:spPr>
          <a:xfrm>
            <a:off x="9525000" y="0"/>
            <a:ext cx="9525" cy="6858000"/>
          </a:xfrm>
          <a:prstGeom prst="rect">
            <a:avLst/>
          </a:prstGeom>
          <a:solidFill>
            <a:srgbClr val="172131"/>
          </a:solidFill>
          <a:ln>
            <a:noFill/>
          </a:ln>
        </p:spPr>
        <p:txBody>
          <a:bodyPr rtlCol="0" anchor="ctr"/>
          <a:lstStyle/>
          <a:p>
            <a:endParaRPr lang="en-GB" dirty="0"/>
          </a:p>
        </p:txBody>
      </p:sp>
      <p:sp>
        <p:nvSpPr>
          <p:cNvPr id="27" name="rect 27"/>
          <p:cNvSpPr/>
          <p:nvPr userDrawn="1"/>
        </p:nvSpPr>
        <p:spPr>
          <a:xfrm>
            <a:off x="9906000" y="0"/>
            <a:ext cx="9525" cy="6858000"/>
          </a:xfrm>
          <a:prstGeom prst="rect">
            <a:avLst/>
          </a:prstGeom>
          <a:solidFill>
            <a:srgbClr val="172131"/>
          </a:solidFill>
          <a:ln>
            <a:noFill/>
          </a:ln>
        </p:spPr>
        <p:txBody>
          <a:bodyPr rtlCol="0" anchor="ctr"/>
          <a:lstStyle/>
          <a:p>
            <a:endParaRPr lang="en-GB" dirty="0"/>
          </a:p>
        </p:txBody>
      </p:sp>
      <p:sp>
        <p:nvSpPr>
          <p:cNvPr id="28" name="rect 28"/>
          <p:cNvSpPr/>
          <p:nvPr userDrawn="1"/>
        </p:nvSpPr>
        <p:spPr>
          <a:xfrm>
            <a:off x="10287000" y="0"/>
            <a:ext cx="9525" cy="6858000"/>
          </a:xfrm>
          <a:prstGeom prst="rect">
            <a:avLst/>
          </a:prstGeom>
          <a:solidFill>
            <a:srgbClr val="172131"/>
          </a:solidFill>
          <a:ln>
            <a:noFill/>
          </a:ln>
        </p:spPr>
        <p:txBody>
          <a:bodyPr rtlCol="0" anchor="ctr"/>
          <a:lstStyle/>
          <a:p>
            <a:endParaRPr lang="en-GB" dirty="0"/>
          </a:p>
        </p:txBody>
      </p:sp>
      <p:sp>
        <p:nvSpPr>
          <p:cNvPr id="29" name="rect 29"/>
          <p:cNvSpPr/>
          <p:nvPr userDrawn="1"/>
        </p:nvSpPr>
        <p:spPr>
          <a:xfrm>
            <a:off x="10668000" y="0"/>
            <a:ext cx="9525" cy="6858000"/>
          </a:xfrm>
          <a:prstGeom prst="rect">
            <a:avLst/>
          </a:prstGeom>
          <a:solidFill>
            <a:srgbClr val="172131"/>
          </a:solidFill>
          <a:ln>
            <a:noFill/>
          </a:ln>
        </p:spPr>
        <p:txBody>
          <a:bodyPr rtlCol="0" anchor="ctr"/>
          <a:lstStyle/>
          <a:p>
            <a:endParaRPr lang="en-GB" dirty="0"/>
          </a:p>
        </p:txBody>
      </p:sp>
      <p:sp>
        <p:nvSpPr>
          <p:cNvPr id="30" name="rect 30"/>
          <p:cNvSpPr/>
          <p:nvPr userDrawn="1"/>
        </p:nvSpPr>
        <p:spPr>
          <a:xfrm>
            <a:off x="11049000" y="0"/>
            <a:ext cx="9525" cy="6858000"/>
          </a:xfrm>
          <a:prstGeom prst="rect">
            <a:avLst/>
          </a:prstGeom>
          <a:solidFill>
            <a:srgbClr val="172131"/>
          </a:solidFill>
          <a:ln>
            <a:noFill/>
          </a:ln>
        </p:spPr>
        <p:txBody>
          <a:bodyPr rtlCol="0" anchor="ctr"/>
          <a:lstStyle/>
          <a:p>
            <a:endParaRPr lang="en-GB" dirty="0"/>
          </a:p>
        </p:txBody>
      </p:sp>
      <p:sp>
        <p:nvSpPr>
          <p:cNvPr id="31" name="rect 31"/>
          <p:cNvSpPr/>
          <p:nvPr userDrawn="1"/>
        </p:nvSpPr>
        <p:spPr>
          <a:xfrm>
            <a:off x="11430000" y="0"/>
            <a:ext cx="9525" cy="6858000"/>
          </a:xfrm>
          <a:prstGeom prst="rect">
            <a:avLst/>
          </a:prstGeom>
          <a:solidFill>
            <a:srgbClr val="172131"/>
          </a:solidFill>
          <a:ln>
            <a:noFill/>
          </a:ln>
        </p:spPr>
        <p:txBody>
          <a:bodyPr rtlCol="0" anchor="ctr"/>
          <a:lstStyle/>
          <a:p>
            <a:endParaRPr lang="en-GB" dirty="0"/>
          </a:p>
        </p:txBody>
      </p:sp>
      <p:sp>
        <p:nvSpPr>
          <p:cNvPr id="32" name="rect 32"/>
          <p:cNvSpPr/>
          <p:nvPr userDrawn="1"/>
        </p:nvSpPr>
        <p:spPr>
          <a:xfrm>
            <a:off x="11811000" y="0"/>
            <a:ext cx="9525" cy="6858000"/>
          </a:xfrm>
          <a:prstGeom prst="rect">
            <a:avLst/>
          </a:prstGeom>
          <a:solidFill>
            <a:srgbClr val="172131"/>
          </a:solidFill>
          <a:ln>
            <a:noFill/>
          </a:ln>
        </p:spPr>
        <p:txBody>
          <a:bodyPr rtlCol="0" anchor="ctr"/>
          <a:lstStyle/>
          <a:p>
            <a:endParaRPr lang="en-GB" dirty="0"/>
          </a:p>
        </p:txBody>
      </p:sp>
      <p:sp>
        <p:nvSpPr>
          <p:cNvPr id="33" name="rect 33"/>
          <p:cNvSpPr/>
          <p:nvPr userDrawn="1"/>
        </p:nvSpPr>
        <p:spPr>
          <a:xfrm>
            <a:off x="0" y="381000"/>
            <a:ext cx="12192000" cy="9525"/>
          </a:xfrm>
          <a:prstGeom prst="rect">
            <a:avLst/>
          </a:prstGeom>
          <a:solidFill>
            <a:srgbClr val="172131"/>
          </a:solidFill>
          <a:ln>
            <a:noFill/>
          </a:ln>
        </p:spPr>
        <p:txBody>
          <a:bodyPr rtlCol="0" anchor="ctr"/>
          <a:lstStyle/>
          <a:p>
            <a:endParaRPr lang="en-GB" dirty="0"/>
          </a:p>
        </p:txBody>
      </p:sp>
      <p:sp>
        <p:nvSpPr>
          <p:cNvPr id="34" name="rect 34"/>
          <p:cNvSpPr/>
          <p:nvPr userDrawn="1"/>
        </p:nvSpPr>
        <p:spPr>
          <a:xfrm>
            <a:off x="0" y="762000"/>
            <a:ext cx="12192000" cy="9525"/>
          </a:xfrm>
          <a:prstGeom prst="rect">
            <a:avLst/>
          </a:prstGeom>
          <a:solidFill>
            <a:srgbClr val="172131"/>
          </a:solidFill>
          <a:ln>
            <a:noFill/>
          </a:ln>
        </p:spPr>
        <p:txBody>
          <a:bodyPr rtlCol="0" anchor="ctr"/>
          <a:lstStyle/>
          <a:p>
            <a:endParaRPr lang="en-GB" dirty="0"/>
          </a:p>
        </p:txBody>
      </p:sp>
      <p:sp>
        <p:nvSpPr>
          <p:cNvPr id="35" name="rect 35"/>
          <p:cNvSpPr/>
          <p:nvPr userDrawn="1"/>
        </p:nvSpPr>
        <p:spPr>
          <a:xfrm>
            <a:off x="0" y="1143000"/>
            <a:ext cx="12192000" cy="9525"/>
          </a:xfrm>
          <a:prstGeom prst="rect">
            <a:avLst/>
          </a:prstGeom>
          <a:solidFill>
            <a:srgbClr val="172131"/>
          </a:solidFill>
          <a:ln>
            <a:noFill/>
          </a:ln>
        </p:spPr>
        <p:txBody>
          <a:bodyPr rtlCol="0" anchor="ctr"/>
          <a:lstStyle/>
          <a:p>
            <a:endParaRPr lang="en-GB" dirty="0"/>
          </a:p>
        </p:txBody>
      </p:sp>
      <p:sp>
        <p:nvSpPr>
          <p:cNvPr id="36" name="rect 36"/>
          <p:cNvSpPr/>
          <p:nvPr userDrawn="1"/>
        </p:nvSpPr>
        <p:spPr>
          <a:xfrm>
            <a:off x="0" y="1524000"/>
            <a:ext cx="12192000" cy="9525"/>
          </a:xfrm>
          <a:prstGeom prst="rect">
            <a:avLst/>
          </a:prstGeom>
          <a:solidFill>
            <a:srgbClr val="172131"/>
          </a:solidFill>
          <a:ln>
            <a:noFill/>
          </a:ln>
        </p:spPr>
        <p:txBody>
          <a:bodyPr rtlCol="0" anchor="ctr"/>
          <a:lstStyle/>
          <a:p>
            <a:endParaRPr lang="en-GB" dirty="0"/>
          </a:p>
        </p:txBody>
      </p:sp>
      <p:sp>
        <p:nvSpPr>
          <p:cNvPr id="37" name="rect 37"/>
          <p:cNvSpPr/>
          <p:nvPr userDrawn="1"/>
        </p:nvSpPr>
        <p:spPr>
          <a:xfrm>
            <a:off x="0" y="1905000"/>
            <a:ext cx="12192000" cy="9525"/>
          </a:xfrm>
          <a:prstGeom prst="rect">
            <a:avLst/>
          </a:prstGeom>
          <a:solidFill>
            <a:srgbClr val="172131"/>
          </a:solidFill>
          <a:ln>
            <a:noFill/>
          </a:ln>
        </p:spPr>
        <p:txBody>
          <a:bodyPr rtlCol="0" anchor="ctr"/>
          <a:lstStyle/>
          <a:p>
            <a:endParaRPr lang="en-GB" dirty="0"/>
          </a:p>
        </p:txBody>
      </p:sp>
      <p:sp>
        <p:nvSpPr>
          <p:cNvPr id="38" name="rect 38"/>
          <p:cNvSpPr/>
          <p:nvPr userDrawn="1"/>
        </p:nvSpPr>
        <p:spPr>
          <a:xfrm>
            <a:off x="0" y="2286000"/>
            <a:ext cx="12192000" cy="9525"/>
          </a:xfrm>
          <a:prstGeom prst="rect">
            <a:avLst/>
          </a:prstGeom>
          <a:solidFill>
            <a:srgbClr val="172131"/>
          </a:solidFill>
          <a:ln>
            <a:noFill/>
          </a:ln>
        </p:spPr>
        <p:txBody>
          <a:bodyPr rtlCol="0" anchor="ctr"/>
          <a:lstStyle/>
          <a:p>
            <a:endParaRPr lang="en-GB" dirty="0"/>
          </a:p>
        </p:txBody>
      </p:sp>
      <p:sp>
        <p:nvSpPr>
          <p:cNvPr id="39" name="rect 39"/>
          <p:cNvSpPr/>
          <p:nvPr userDrawn="1"/>
        </p:nvSpPr>
        <p:spPr>
          <a:xfrm>
            <a:off x="0" y="2667000"/>
            <a:ext cx="12192000" cy="9525"/>
          </a:xfrm>
          <a:prstGeom prst="rect">
            <a:avLst/>
          </a:prstGeom>
          <a:solidFill>
            <a:srgbClr val="172131"/>
          </a:solidFill>
          <a:ln>
            <a:noFill/>
          </a:ln>
        </p:spPr>
        <p:txBody>
          <a:bodyPr rtlCol="0" anchor="ctr"/>
          <a:lstStyle/>
          <a:p>
            <a:endParaRPr lang="en-GB" dirty="0"/>
          </a:p>
        </p:txBody>
      </p:sp>
      <p:sp>
        <p:nvSpPr>
          <p:cNvPr id="40" name="rect 40"/>
          <p:cNvSpPr/>
          <p:nvPr userDrawn="1"/>
        </p:nvSpPr>
        <p:spPr>
          <a:xfrm>
            <a:off x="0" y="3048000"/>
            <a:ext cx="12192000" cy="9525"/>
          </a:xfrm>
          <a:prstGeom prst="rect">
            <a:avLst/>
          </a:prstGeom>
          <a:solidFill>
            <a:srgbClr val="172131"/>
          </a:solidFill>
          <a:ln>
            <a:noFill/>
          </a:ln>
        </p:spPr>
        <p:txBody>
          <a:bodyPr rtlCol="0" anchor="ctr"/>
          <a:lstStyle/>
          <a:p>
            <a:endParaRPr lang="en-GB" dirty="0"/>
          </a:p>
        </p:txBody>
      </p:sp>
      <p:sp>
        <p:nvSpPr>
          <p:cNvPr id="41" name="rect 41"/>
          <p:cNvSpPr/>
          <p:nvPr userDrawn="1"/>
        </p:nvSpPr>
        <p:spPr>
          <a:xfrm>
            <a:off x="0" y="3429000"/>
            <a:ext cx="12192000" cy="9525"/>
          </a:xfrm>
          <a:prstGeom prst="rect">
            <a:avLst/>
          </a:prstGeom>
          <a:solidFill>
            <a:srgbClr val="172131"/>
          </a:solidFill>
          <a:ln>
            <a:noFill/>
          </a:ln>
        </p:spPr>
        <p:txBody>
          <a:bodyPr rtlCol="0" anchor="ctr"/>
          <a:lstStyle/>
          <a:p>
            <a:endParaRPr lang="en-GB" dirty="0"/>
          </a:p>
        </p:txBody>
      </p:sp>
      <p:sp>
        <p:nvSpPr>
          <p:cNvPr id="42" name="rect 42"/>
          <p:cNvSpPr/>
          <p:nvPr userDrawn="1"/>
        </p:nvSpPr>
        <p:spPr>
          <a:xfrm>
            <a:off x="0" y="3810000"/>
            <a:ext cx="12192000" cy="9525"/>
          </a:xfrm>
          <a:prstGeom prst="rect">
            <a:avLst/>
          </a:prstGeom>
          <a:solidFill>
            <a:srgbClr val="172131"/>
          </a:solidFill>
          <a:ln>
            <a:noFill/>
          </a:ln>
        </p:spPr>
        <p:txBody>
          <a:bodyPr rtlCol="0" anchor="ctr"/>
          <a:lstStyle/>
          <a:p>
            <a:endParaRPr lang="en-GB" dirty="0"/>
          </a:p>
        </p:txBody>
      </p:sp>
      <p:sp>
        <p:nvSpPr>
          <p:cNvPr id="43" name="rect 43"/>
          <p:cNvSpPr/>
          <p:nvPr userDrawn="1"/>
        </p:nvSpPr>
        <p:spPr>
          <a:xfrm>
            <a:off x="0" y="4191000"/>
            <a:ext cx="12192000" cy="9525"/>
          </a:xfrm>
          <a:prstGeom prst="rect">
            <a:avLst/>
          </a:prstGeom>
          <a:solidFill>
            <a:srgbClr val="172131"/>
          </a:solidFill>
          <a:ln>
            <a:noFill/>
          </a:ln>
        </p:spPr>
        <p:txBody>
          <a:bodyPr rtlCol="0" anchor="ctr"/>
          <a:lstStyle/>
          <a:p>
            <a:endParaRPr lang="en-GB" dirty="0"/>
          </a:p>
        </p:txBody>
      </p:sp>
      <p:sp>
        <p:nvSpPr>
          <p:cNvPr id="44" name="rect 44"/>
          <p:cNvSpPr/>
          <p:nvPr userDrawn="1"/>
        </p:nvSpPr>
        <p:spPr>
          <a:xfrm>
            <a:off x="0" y="4572000"/>
            <a:ext cx="12192000" cy="9525"/>
          </a:xfrm>
          <a:prstGeom prst="rect">
            <a:avLst/>
          </a:prstGeom>
          <a:solidFill>
            <a:srgbClr val="172131"/>
          </a:solidFill>
          <a:ln>
            <a:noFill/>
          </a:ln>
        </p:spPr>
        <p:txBody>
          <a:bodyPr rtlCol="0" anchor="ctr"/>
          <a:lstStyle/>
          <a:p>
            <a:endParaRPr lang="en-GB" dirty="0"/>
          </a:p>
        </p:txBody>
      </p:sp>
      <p:sp>
        <p:nvSpPr>
          <p:cNvPr id="45" name="rect 45"/>
          <p:cNvSpPr/>
          <p:nvPr userDrawn="1"/>
        </p:nvSpPr>
        <p:spPr>
          <a:xfrm>
            <a:off x="0" y="4953000"/>
            <a:ext cx="12192000" cy="9525"/>
          </a:xfrm>
          <a:prstGeom prst="rect">
            <a:avLst/>
          </a:prstGeom>
          <a:solidFill>
            <a:srgbClr val="172131"/>
          </a:solidFill>
          <a:ln>
            <a:noFill/>
          </a:ln>
        </p:spPr>
        <p:txBody>
          <a:bodyPr rtlCol="0" anchor="ctr"/>
          <a:lstStyle/>
          <a:p>
            <a:endParaRPr lang="en-GB" dirty="0"/>
          </a:p>
        </p:txBody>
      </p:sp>
      <p:sp>
        <p:nvSpPr>
          <p:cNvPr id="46" name="rect 46"/>
          <p:cNvSpPr/>
          <p:nvPr userDrawn="1"/>
        </p:nvSpPr>
        <p:spPr>
          <a:xfrm>
            <a:off x="0" y="5334000"/>
            <a:ext cx="12192000" cy="9525"/>
          </a:xfrm>
          <a:prstGeom prst="rect">
            <a:avLst/>
          </a:prstGeom>
          <a:solidFill>
            <a:srgbClr val="172131"/>
          </a:solidFill>
          <a:ln>
            <a:noFill/>
          </a:ln>
        </p:spPr>
        <p:txBody>
          <a:bodyPr rtlCol="0" anchor="ctr"/>
          <a:lstStyle/>
          <a:p>
            <a:endParaRPr lang="en-GB" dirty="0"/>
          </a:p>
        </p:txBody>
      </p:sp>
      <p:sp>
        <p:nvSpPr>
          <p:cNvPr id="47" name="rect 47"/>
          <p:cNvSpPr/>
          <p:nvPr userDrawn="1"/>
        </p:nvSpPr>
        <p:spPr>
          <a:xfrm>
            <a:off x="0" y="5715000"/>
            <a:ext cx="12192000" cy="9525"/>
          </a:xfrm>
          <a:prstGeom prst="rect">
            <a:avLst/>
          </a:prstGeom>
          <a:solidFill>
            <a:srgbClr val="172131"/>
          </a:solidFill>
          <a:ln>
            <a:noFill/>
          </a:ln>
        </p:spPr>
        <p:txBody>
          <a:bodyPr rtlCol="0" anchor="ctr"/>
          <a:lstStyle/>
          <a:p>
            <a:endParaRPr lang="en-GB" dirty="0"/>
          </a:p>
        </p:txBody>
      </p:sp>
      <p:sp>
        <p:nvSpPr>
          <p:cNvPr id="48" name="rect 48"/>
          <p:cNvSpPr/>
          <p:nvPr userDrawn="1"/>
        </p:nvSpPr>
        <p:spPr>
          <a:xfrm>
            <a:off x="0" y="6096000"/>
            <a:ext cx="12192000" cy="9525"/>
          </a:xfrm>
          <a:prstGeom prst="rect">
            <a:avLst/>
          </a:prstGeom>
          <a:solidFill>
            <a:srgbClr val="172131"/>
          </a:solidFill>
          <a:ln>
            <a:noFill/>
          </a:ln>
        </p:spPr>
        <p:txBody>
          <a:bodyPr rtlCol="0" anchor="ctr"/>
          <a:lstStyle/>
          <a:p>
            <a:endParaRPr lang="en-GB" dirty="0"/>
          </a:p>
        </p:txBody>
      </p:sp>
      <p:sp>
        <p:nvSpPr>
          <p:cNvPr id="49" name="rect 49"/>
          <p:cNvSpPr/>
          <p:nvPr userDrawn="1"/>
        </p:nvSpPr>
        <p:spPr>
          <a:xfrm>
            <a:off x="0" y="6477000"/>
            <a:ext cx="12192000" cy="9525"/>
          </a:xfrm>
          <a:prstGeom prst="rect">
            <a:avLst/>
          </a:prstGeom>
          <a:solidFill>
            <a:srgbClr val="172131"/>
          </a:solidFill>
          <a:ln>
            <a:noFill/>
          </a:ln>
        </p:spPr>
        <p:txBody>
          <a:bodyPr rtlCol="0" anchor="ctr"/>
          <a:lstStyle/>
          <a:p>
            <a:endParaRPr lang="en-GB" dirty="0"/>
          </a:p>
        </p:txBody>
      </p:sp>
      <p:sp>
        <p:nvSpPr>
          <p:cNvPr id="50" name="rect 50"/>
          <p:cNvSpPr/>
          <p:nvPr userDrawn="1"/>
        </p:nvSpPr>
        <p:spPr>
          <a:xfrm>
            <a:off x="762000" y="6305550"/>
            <a:ext cx="209550" cy="209550"/>
          </a:xfrm>
          <a:prstGeom prst="rect">
            <a:avLst/>
          </a:prstGeom>
          <a:solidFill>
            <a:srgbClr val="9FEF00"/>
          </a:solidFill>
          <a:ln>
            <a:noFill/>
          </a:ln>
        </p:spPr>
        <p:txBody>
          <a:bodyPr rtlCol="0" anchor="ctr"/>
          <a:lstStyle/>
          <a:p>
            <a:endParaRPr lang="en-GB" dirty="0"/>
          </a:p>
        </p:txBody>
      </p:sp>
      <p:sp>
        <p:nvSpPr>
          <p:cNvPr id="51" name="text 51"/>
          <p:cNvSpPr txBox="1"/>
          <p:nvPr userDrawn="1"/>
        </p:nvSpPr>
        <p:spPr>
          <a:xfrm>
            <a:off x="762000" y="6305550"/>
            <a:ext cx="209550" cy="209550"/>
          </a:xfrm>
          <a:prstGeom prst="rect">
            <a:avLst/>
          </a:prstGeom>
          <a:noFill/>
        </p:spPr>
        <p:txBody>
          <a:bodyPr wrap="square" lIns="0" tIns="0" rIns="0" bIns="0" anchor="ctr" rtlCol="0">
            <a:noAutofit/>
          </a:bodyPr>
          <a:lstStyle/>
          <a:p>
            <a:pPr marL="0" indent="0" algn="ctr">
              <a:lnSpc>
                <a:spcPct val="105000"/>
              </a:lnSpc>
              <a:spcBef>
                <a:spcPts val="0"/>
              </a:spcBef>
              <a:spcAft>
                <a:spcPts val="0"/>
              </a:spcAft>
              <a:buNone/>
            </a:pPr>
            <a:r>
              <a:rPr lang="en-GB" sz="700" b="1" dirty="0">
                <a:solidFill>
                  <a:srgbClr val="0E1A02"/>
                </a:solidFill>
                <a:latin typeface="JetBrains Mono"/>
                <a:cs typeface="JetBrains Mono"/>
              </a:rPr>
              <a:t>&gt;_</a:t>
            </a:r>
            <a:endParaRPr lang="en-GB" sz="700" b="1" dirty="0">
              <a:solidFill>
                <a:srgbClr val="0E1A02"/>
              </a:solidFill>
              <a:latin typeface="JetBrains Mono"/>
              <a:cs typeface="JetBrains Mono"/>
            </a:endParaRPr>
          </a:p>
        </p:txBody>
      </p:sp>
      <p:sp>
        <p:nvSpPr>
          <p:cNvPr id="52" name="text 52"/>
          <p:cNvSpPr txBox="1"/>
          <p:nvPr userDrawn="1"/>
        </p:nvSpPr>
        <p:spPr>
          <a:xfrm>
            <a:off x="1085850" y="6305550"/>
            <a:ext cx="2857500" cy="209550"/>
          </a:xfrm>
          <a:prstGeom prst="rect">
            <a:avLst/>
          </a:prstGeom>
          <a:noFill/>
        </p:spPr>
        <p:txBody>
          <a:bodyPr wrap="square" lIns="0" tIns="0" rIns="0" bIns="0" anchor="ctr" rtlCol="0">
            <a:noAutofit/>
          </a:bodyPr>
          <a:lstStyle/>
          <a:p>
            <a:pPr marL="0" indent="0" algn="l">
              <a:lnSpc>
                <a:spcPct val="105000"/>
              </a:lnSpc>
              <a:spcBef>
                <a:spcPts val="0"/>
              </a:spcBef>
              <a:spcAft>
                <a:spcPts val="0"/>
              </a:spcAft>
              <a:buNone/>
            </a:pPr>
            <a:r>
              <a:rPr lang="en-GB" sz="1200" b="1" dirty="0">
                <a:solidFill>
                  <a:srgbClr val="A4B1CD"/>
                </a:solidFill>
                <a:latin typeface="+mj-lt"/>
                <a:cs typeface="+mj-lt"/>
              </a:rPr>
              <a:t>Codex</a:t>
            </a:r>
            <a:endParaRPr lang="en-GB" sz="1200" b="1" dirty="0">
              <a:solidFill>
                <a:srgbClr val="A4B1CD"/>
              </a:solidFill>
              <a:latin typeface="+mj-lt"/>
              <a:cs typeface="+mj-lt"/>
            </a:endParaRPr>
          </a:p>
        </p:txBody>
      </p:sp>
      <p:sp>
        <p:nvSpPr>
          <p:cNvPr id="53" name="text 53"/>
          <p:cNvSpPr txBox="1"/>
          <p:nvPr userDrawn="1"/>
        </p:nvSpPr>
        <p:spPr>
          <a:xfrm>
            <a:off x="9906000" y="6305550"/>
            <a:ext cx="1524000" cy="209550"/>
          </a:xfrm>
          <a:prstGeom prst="rect">
            <a:avLst/>
          </a:prstGeom>
          <a:noFill/>
        </p:spPr>
        <p:txBody>
          <a:bodyPr wrap="square" lIns="0" tIns="0" rIns="0" bIns="0" anchor="ctr" rtlCol="0">
            <a:noAutofit/>
          </a:bodyPr>
          <a:lstStyle/>
          <a:p>
            <a:pPr marL="0" indent="0" algn="r">
              <a:lnSpc>
                <a:spcPct val="105000"/>
              </a:lnSpc>
              <a:spcBef>
                <a:spcPts val="0"/>
              </a:spcBef>
              <a:spcAft>
                <a:spcPts val="0"/>
              </a:spcAft>
              <a:buNone/>
            </a:pPr>
            <a:fld id="{B6F15528-21DE-4FAA-801E-634DDDAF4B2B}" type="slidenum">
              <a:rPr lang="en-GB" sz="1100" dirty="0">
                <a:solidFill>
                  <a:srgbClr val="8494B5"/>
                </a:solidFill>
                <a:latin typeface="JetBrains Mono"/>
                <a:cs typeface="JetBrains Mono"/>
              </a:rPr>
              <a:t>‹#›</a:t>
            </a:fld>
            <a:endParaRPr lang="en-GB" sz="1100" dirty="0">
              <a:solidFill>
                <a:srgbClr val="8494B5"/>
              </a:solidFill>
              <a:latin typeface="JetBrains Mono"/>
              <a:cs typeface="JetBrains Mono"/>
            </a:endParaRPr>
          </a:p>
        </p:txBody>
      </p:sp>
      <p:sp>
        <p:nvSpPr>
          <p:cNvPr id="54" name="Number"/>
          <p:cNvSpPr>
            <a:spLocks noGrp="1"/>
          </p:cNvSpPr>
          <p:nvPr>
            <p:ph type="body" idx="10" sz="quarter"/>
          </p:nvPr>
        </p:nvSpPr>
        <p:spPr>
          <a:xfrm>
            <a:off x="762000" y="1428750"/>
            <a:ext cx="5715000" cy="1371600"/>
          </a:xfrm>
        </p:spPr>
        <p:txBody>
          <a:bodyPr wrap="square" lIns="0" tIns="0" rIns="0" bIns="0" anchor="b" rtlCol="0">
            <a:normAutofit/>
          </a:bodyPr>
          <a:lstStyle>
            <a:lvl1pPr marL="0" indent="0" algn="l">
              <a:lnSpc>
                <a:spcPct val="105000"/>
              </a:lnSpc>
              <a:spcBef>
                <a:spcPts val="0"/>
              </a:spcBef>
              <a:spcAft>
                <a:spcPts val="0"/>
              </a:spcAft>
              <a:buNone/>
              <a:defRPr sz="8000" b="1" dirty="0">
                <a:solidFill>
                  <a:srgbClr val="9FEF00"/>
                </a:solidFill>
                <a:latin typeface="JetBrains Mono"/>
                <a:cs typeface="JetBrains Mono"/>
              </a:defRPr>
            </a:lvl1pPr>
          </a:lstStyle>
          <a:p>
            <a:r>
              <a:rPr lang="en-GB" dirty="0"/>
              <a:t>01</a:t>
            </a:r>
          </a:p>
        </p:txBody>
      </p:sp>
      <p:sp>
        <p:nvSpPr>
          <p:cNvPr id="55" name="Title"/>
          <p:cNvSpPr>
            <a:spLocks noGrp="1"/>
          </p:cNvSpPr>
          <p:nvPr>
            <p:ph type="title"/>
          </p:nvPr>
        </p:nvSpPr>
        <p:spPr>
          <a:xfrm>
            <a:off x="762000" y="2914650"/>
            <a:ext cx="9906000" cy="1428750"/>
          </a:xfrm>
        </p:spPr>
        <p:txBody>
          <a:bodyPr wrap="square" lIns="0" tIns="0" rIns="0" bIns="0" anchor="t" rtlCol="0">
            <a:normAutofit/>
          </a:bodyPr>
          <a:lstStyle>
            <a:lvl1pPr marL="0" indent="0" algn="l">
              <a:lnSpc>
                <a:spcPct val="95000"/>
              </a:lnSpc>
              <a:spcBef>
                <a:spcPts val="0"/>
              </a:spcBef>
              <a:spcAft>
                <a:spcPts val="0"/>
              </a:spcAft>
              <a:buNone/>
              <a:defRPr sz="4800" b="1" dirty="0">
                <a:solidFill>
                  <a:srgbClr val="FFFFFF"/>
                </a:solidFill>
                <a:latin typeface="+mj-lt"/>
                <a:cs typeface="+mj-lt"/>
              </a:defRPr>
            </a:lvl1pPr>
          </a:lstStyle>
          <a:p>
            <a:r>
              <a:rPr lang="en-GB" dirty="0"/>
              <a:t>Section title</a:t>
            </a:r>
          </a:p>
        </p:txBody>
      </p:sp>
      <p:sp>
        <p:nvSpPr>
          <p:cNvPr id="56" name="Description"/>
          <p:cNvSpPr>
            <a:spLocks noGrp="1"/>
          </p:cNvSpPr>
          <p:nvPr>
            <p:ph type="body" idx="11" sz="quarter"/>
          </p:nvPr>
        </p:nvSpPr>
        <p:spPr>
          <a:xfrm>
            <a:off x="762000" y="4438650"/>
            <a:ext cx="8191500" cy="1047750"/>
          </a:xfrm>
        </p:spPr>
        <p:txBody>
          <a:bodyPr wrap="square" lIns="0" tIns="0" rIns="0" bIns="0" anchor="t" rtlCol="0">
            <a:normAutofit/>
          </a:bodyPr>
          <a:lstStyle>
            <a:lvl1pPr marL="0" indent="0" algn="l">
              <a:lnSpc>
                <a:spcPct val="105000"/>
              </a:lnSpc>
              <a:spcBef>
                <a:spcPts val="0"/>
              </a:spcBef>
              <a:spcAft>
                <a:spcPts val="0"/>
              </a:spcAft>
              <a:buNone/>
              <a:defRPr sz="2000" dirty="0">
                <a:solidFill>
                  <a:srgbClr val="A4B1CD"/>
                </a:solidFill>
                <a:latin typeface="+mn-lt"/>
                <a:cs typeface="+mn-lt"/>
              </a:defRPr>
            </a:lvl1pPr>
          </a:lstStyle>
          <a:p>
            <a:r>
              <a:rPr lang="en-GB" dirty="0"/>
              <a:t>What this part of the lesson covers</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Eyebrow"/>
          <p:cNvSpPr>
            <a:spLocks noGrp="1"/>
          </p:cNvSpPr>
          <p:nvPr>
            <p:ph type="body" idx="10" sz="quarter"/>
          </p:nvPr>
        </p:nvSpPr>
        <p:spPr>
          <a:xfrm>
            <a:off x="762000" y="419100"/>
            <a:ext cx="10668000" cy="228600"/>
          </a:xfrm>
        </p:spPr>
        <p:txBody>
          <a:bodyPr wrap="square" lIns="0" tIns="0" rIns="0" bIns="0" anchor="b" rtlCol="0">
            <a:normAutofit/>
          </a:bodyPr>
          <a:lstStyle>
            <a:lvl1pPr marL="0" indent="0" algn="l">
              <a:lnSpc>
                <a:spcPct val="105000"/>
              </a:lnSpc>
              <a:spcBef>
                <a:spcPts val="0"/>
              </a:spcBef>
              <a:spcAft>
                <a:spcPts val="0"/>
              </a:spcAft>
              <a:buNone/>
              <a:defRPr sz="1200" b="1" cap="all" spc="300" dirty="0">
                <a:solidFill>
                  <a:srgbClr val="9FEF00"/>
                </a:solidFill>
                <a:latin typeface="JetBrains Mono"/>
                <a:cs typeface="JetBrains Mono"/>
              </a:defRPr>
            </a:lvl1pPr>
          </a:lstStyle>
          <a:p>
            <a:r>
              <a:rPr lang="en-GB" dirty="0"/>
              <a:t>Lesson or topic</a:t>
            </a:r>
          </a:p>
        </p:txBody>
      </p:sp>
      <p:sp>
        <p:nvSpPr>
          <p:cNvPr id="3" name="Title"/>
          <p:cNvSpPr>
            <a:spLocks noGrp="1"/>
          </p:cNvSpPr>
          <p:nvPr>
            <p:ph type="title"/>
          </p:nvPr>
        </p:nvSpPr>
        <p:spPr>
          <a:xfrm>
            <a:off x="762000" y="723900"/>
            <a:ext cx="10668000" cy="762000"/>
          </a:xfrm>
        </p:spPr>
        <p:txBody>
          <a:bodyPr wrap="square" lIns="0" tIns="0" rIns="0" bIns="0" anchor="t" rtlCol="0">
            <a:normAutofit/>
          </a:bodyPr>
          <a:lstStyle>
            <a:lvl1pPr marL="0" indent="0" algn="l">
              <a:lnSpc>
                <a:spcPct val="95000"/>
              </a:lnSpc>
              <a:spcBef>
                <a:spcPts val="0"/>
              </a:spcBef>
              <a:spcAft>
                <a:spcPts val="0"/>
              </a:spcAft>
              <a:buNone/>
              <a:defRPr sz="3400" b="1" dirty="0">
                <a:solidFill>
                  <a:srgbClr val="FFFFFF"/>
                </a:solidFill>
                <a:latin typeface="+mj-lt"/>
                <a:cs typeface="+mj-lt"/>
              </a:defRPr>
            </a:lvl1pPr>
          </a:lstStyle>
          <a:p>
            <a:r>
              <a:rPr lang="en-GB" dirty="0"/>
              <a:t>Slide title</a:t>
            </a:r>
          </a:p>
        </p:txBody>
      </p:sp>
      <p:sp>
        <p:nvSpPr>
          <p:cNvPr id="4" name="Content"/>
          <p:cNvSpPr>
            <a:spLocks noGrp="1"/>
          </p:cNvSpPr>
          <p:nvPr>
            <p:ph type="body" idx="1"/>
          </p:nvPr>
        </p:nvSpPr>
        <p:spPr>
          <a:xfrm>
            <a:off x="762000" y="1676400"/>
            <a:ext cx="10668000" cy="4343400"/>
          </a:xfrm>
        </p:spPr>
        <p:txBody>
          <a:bodyPr wrap="square" lIns="0" tIns="0" rIns="0" bIns="0" anchor="t" rtlCol="0">
            <a:normAutofit/>
          </a:bodyPr>
          <a:lstStyle>
            <a:lvl1pPr marL="285750" indent="-285750" algn="l">
              <a:lnSpc>
                <a:spcPct val="105000"/>
              </a:lnSpc>
              <a:spcBef>
                <a:spcPts val="1000"/>
              </a:spcBef>
              <a:spcAft>
                <a:spcPts val="0"/>
              </a:spcAft>
              <a:buClr>
                <a:srgbClr val="9FEF00"/>
              </a:buClr>
              <a:buSzPct val="60000"/>
              <a:buFont typeface="Arial"/>
              <a:buChar char="■"/>
              <a:defRPr sz="2000" dirty="0">
                <a:solidFill>
                  <a:srgbClr val="E4E9F4"/>
                </a:solidFill>
                <a:latin typeface="+mn-lt"/>
                <a:cs typeface="+mn-lt"/>
              </a:defRPr>
            </a:lvl1pPr>
            <a:lvl2pPr marL="571500" indent="-285750" algn="l">
              <a:lnSpc>
                <a:spcPct val="105000"/>
              </a:lnSpc>
              <a:spcBef>
                <a:spcPts val="1000"/>
              </a:spcBef>
              <a:spcAft>
                <a:spcPts val="0"/>
              </a:spcAft>
              <a:buClr>
                <a:srgbClr val="A4B1CD"/>
              </a:buClr>
              <a:buSzPct val="100000"/>
              <a:buFont typeface="Arial"/>
              <a:buChar char="–"/>
              <a:defRPr sz="1800" dirty="0">
                <a:solidFill>
                  <a:srgbClr val="A4B1CD"/>
                </a:solidFill>
                <a:latin typeface="+mn-lt"/>
                <a:cs typeface="+mn-lt"/>
              </a:defRPr>
            </a:lvl2pPr>
            <a:lvl3pPr marL="857250" indent="-285750" algn="l">
              <a:lnSpc>
                <a:spcPct val="105000"/>
              </a:lnSpc>
              <a:spcBef>
                <a:spcPts val="1000"/>
              </a:spcBef>
              <a:spcAft>
                <a:spcPts val="0"/>
              </a:spcAft>
              <a:buClr>
                <a:srgbClr val="A4B1CD"/>
              </a:buClr>
              <a:buSzPct val="100000"/>
              <a:buFont typeface="Arial"/>
              <a:buChar char="·"/>
              <a:defRPr sz="1800" dirty="0">
                <a:solidFill>
                  <a:srgbClr val="A4B1CD"/>
                </a:solidFill>
                <a:latin typeface="+mn-lt"/>
                <a:cs typeface="+mn-lt"/>
              </a:defRPr>
            </a:lvl3pPr>
          </a:lstStyle>
          <a:p>
            <a:r>
              <a:rPr lang="en-GB" dirty="0"/>
              <a:t>Three to five points, a line each</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lumns">
    <p:spTree>
      <p:nvGrpSpPr>
        <p:cNvPr id="1" name=""/>
        <p:cNvGrpSpPr/>
        <p:nvPr/>
      </p:nvGrpSpPr>
      <p:grpSpPr>
        <a:xfrm>
          <a:off x="0" y="0"/>
          <a:ext cx="0" cy="0"/>
          <a:chOff x="0" y="0"/>
          <a:chExt cx="0" cy="0"/>
        </a:xfrm>
      </p:grpSpPr>
      <p:sp>
        <p:nvSpPr>
          <p:cNvPr id="2" name="Eyebrow"/>
          <p:cNvSpPr>
            <a:spLocks noGrp="1"/>
          </p:cNvSpPr>
          <p:nvPr>
            <p:ph type="body" idx="10" sz="quarter"/>
          </p:nvPr>
        </p:nvSpPr>
        <p:spPr>
          <a:xfrm>
            <a:off x="762000" y="419100"/>
            <a:ext cx="10668000" cy="228600"/>
          </a:xfrm>
        </p:spPr>
        <p:txBody>
          <a:bodyPr wrap="square" lIns="0" tIns="0" rIns="0" bIns="0" anchor="b" rtlCol="0">
            <a:normAutofit/>
          </a:bodyPr>
          <a:lstStyle>
            <a:lvl1pPr marL="0" indent="0" algn="l">
              <a:lnSpc>
                <a:spcPct val="105000"/>
              </a:lnSpc>
              <a:spcBef>
                <a:spcPts val="0"/>
              </a:spcBef>
              <a:spcAft>
                <a:spcPts val="0"/>
              </a:spcAft>
              <a:buNone/>
              <a:defRPr sz="1200" b="1" cap="all" spc="300" dirty="0">
                <a:solidFill>
                  <a:srgbClr val="9FEF00"/>
                </a:solidFill>
                <a:latin typeface="JetBrains Mono"/>
                <a:cs typeface="JetBrains Mono"/>
              </a:defRPr>
            </a:lvl1pPr>
          </a:lstStyle>
          <a:p>
            <a:r>
              <a:rPr lang="en-GB" dirty="0"/>
              <a:t>Lesson or topic</a:t>
            </a:r>
          </a:p>
        </p:txBody>
      </p:sp>
      <p:sp>
        <p:nvSpPr>
          <p:cNvPr id="3" name="Title"/>
          <p:cNvSpPr>
            <a:spLocks noGrp="1"/>
          </p:cNvSpPr>
          <p:nvPr>
            <p:ph type="title"/>
          </p:nvPr>
        </p:nvSpPr>
        <p:spPr>
          <a:xfrm>
            <a:off x="762000" y="723900"/>
            <a:ext cx="10668000" cy="762000"/>
          </a:xfrm>
        </p:spPr>
        <p:txBody>
          <a:bodyPr wrap="square" lIns="0" tIns="0" rIns="0" bIns="0" anchor="t" rtlCol="0">
            <a:normAutofit/>
          </a:bodyPr>
          <a:lstStyle>
            <a:lvl1pPr marL="0" indent="0" algn="l">
              <a:lnSpc>
                <a:spcPct val="95000"/>
              </a:lnSpc>
              <a:spcBef>
                <a:spcPts val="0"/>
              </a:spcBef>
              <a:spcAft>
                <a:spcPts val="0"/>
              </a:spcAft>
              <a:buNone/>
              <a:defRPr sz="3400" b="1" dirty="0">
                <a:solidFill>
                  <a:srgbClr val="FFFFFF"/>
                </a:solidFill>
                <a:latin typeface="+mj-lt"/>
                <a:cs typeface="+mj-lt"/>
              </a:defRPr>
            </a:lvl1pPr>
          </a:lstStyle>
          <a:p>
            <a:r>
              <a:rPr lang="en-GB" dirty="0"/>
              <a:t>Slide title</a:t>
            </a:r>
          </a:p>
        </p:txBody>
      </p:sp>
      <p:sp>
        <p:nvSpPr>
          <p:cNvPr id="4" name="rect 4"/>
          <p:cNvSpPr/>
          <p:nvPr userDrawn="1"/>
        </p:nvSpPr>
        <p:spPr>
          <a:xfrm>
            <a:off x="762000" y="1676400"/>
            <a:ext cx="5219700" cy="4343400"/>
          </a:xfrm>
          <a:prstGeom prst="rect">
            <a:avLst/>
          </a:prstGeom>
          <a:solidFill>
            <a:srgbClr val="1A2332"/>
          </a:solidFill>
          <a:ln w="19050">
            <a:solidFill>
              <a:srgbClr val="2C3A52"/>
            </a:solidFill>
          </a:ln>
        </p:spPr>
        <p:txBody>
          <a:bodyPr rtlCol="0" anchor="ctr"/>
          <a:lstStyle/>
          <a:p>
            <a:endParaRPr lang="en-GB" dirty="0"/>
          </a:p>
        </p:txBody>
      </p:sp>
      <p:sp>
        <p:nvSpPr>
          <p:cNvPr id="5" name="Heading 1"/>
          <p:cNvSpPr>
            <a:spLocks noGrp="1"/>
          </p:cNvSpPr>
          <p:nvPr>
            <p:ph type="body" idx="12" sz="quarter"/>
          </p:nvPr>
        </p:nvSpPr>
        <p:spPr>
          <a:xfrm>
            <a:off x="1028700" y="1905000"/>
            <a:ext cx="4686300" cy="381000"/>
          </a:xfrm>
        </p:spPr>
        <p:txBody>
          <a:bodyPr wrap="square" lIns="0" tIns="0" rIns="0" bIns="0" anchor="t" rtlCol="0">
            <a:normAutofit/>
          </a:bodyPr>
          <a:lstStyle>
            <a:lvl1pPr marL="0" indent="0" algn="l">
              <a:lnSpc>
                <a:spcPct val="105000"/>
              </a:lnSpc>
              <a:spcBef>
                <a:spcPts val="0"/>
              </a:spcBef>
              <a:spcAft>
                <a:spcPts val="0"/>
              </a:spcAft>
              <a:buNone/>
              <a:defRPr sz="2200" b="1" dirty="0">
                <a:solidFill>
                  <a:srgbClr val="FFFFFF"/>
                </a:solidFill>
                <a:latin typeface="+mj-lt"/>
                <a:cs typeface="+mj-lt"/>
              </a:defRPr>
            </a:lvl1pPr>
          </a:lstStyle>
          <a:p>
            <a:r>
              <a:rPr lang="en-GB" dirty="0"/>
              <a:t>First heading</a:t>
            </a:r>
          </a:p>
        </p:txBody>
      </p:sp>
      <p:sp>
        <p:nvSpPr>
          <p:cNvPr id="6" name="Content 1"/>
          <p:cNvSpPr>
            <a:spLocks noGrp="1"/>
          </p:cNvSpPr>
          <p:nvPr>
            <p:ph type="body" idx="13" sz="quarter"/>
          </p:nvPr>
        </p:nvSpPr>
        <p:spPr>
          <a:xfrm>
            <a:off x="1028700" y="2438400"/>
            <a:ext cx="4686300" cy="3352800"/>
          </a:xfrm>
        </p:spPr>
        <p:txBody>
          <a:bodyPr wrap="square" lIns="0" tIns="0" rIns="0" bIns="0" anchor="t" rtlCol="0">
            <a:normAutofit/>
          </a:bodyPr>
          <a:lstStyle>
            <a:lvl1pPr marL="285750" indent="-285750" algn="l">
              <a:lnSpc>
                <a:spcPct val="105000"/>
              </a:lnSpc>
              <a:spcBef>
                <a:spcPts val="1000"/>
              </a:spcBef>
              <a:spcAft>
                <a:spcPts val="0"/>
              </a:spcAft>
              <a:buClr>
                <a:srgbClr val="9FEF00"/>
              </a:buClr>
              <a:buSzPct val="60000"/>
              <a:buFont typeface="Arial"/>
              <a:buChar char="■"/>
              <a:defRPr sz="1800" dirty="0">
                <a:solidFill>
                  <a:srgbClr val="E4E9F4"/>
                </a:solidFill>
                <a:latin typeface="+mn-lt"/>
                <a:cs typeface="+mn-lt"/>
              </a:defRPr>
            </a:lvl1pPr>
            <a:lvl2pPr marL="571500" indent="-285750" algn="l">
              <a:lnSpc>
                <a:spcPct val="105000"/>
              </a:lnSpc>
              <a:spcBef>
                <a:spcPts val="1000"/>
              </a:spcBef>
              <a:spcAft>
                <a:spcPts val="0"/>
              </a:spcAft>
              <a:buClr>
                <a:srgbClr val="A4B1CD"/>
              </a:buClr>
              <a:buSzPct val="100000"/>
              <a:buFont typeface="Arial"/>
              <a:buChar char="–"/>
              <a:defRPr sz="1600" dirty="0">
                <a:solidFill>
                  <a:srgbClr val="A4B1CD"/>
                </a:solidFill>
                <a:latin typeface="+mn-lt"/>
                <a:cs typeface="+mn-lt"/>
              </a:defRPr>
            </a:lvl2pPr>
            <a:lvl3pPr marL="857250" indent="-285750" algn="l">
              <a:lnSpc>
                <a:spcPct val="105000"/>
              </a:lnSpc>
              <a:spcBef>
                <a:spcPts val="1000"/>
              </a:spcBef>
              <a:spcAft>
                <a:spcPts val="0"/>
              </a:spcAft>
              <a:buClr>
                <a:srgbClr val="A4B1CD"/>
              </a:buClr>
              <a:buSzPct val="100000"/>
              <a:buFont typeface="Arial"/>
              <a:buChar char="·"/>
              <a:defRPr sz="1600" dirty="0">
                <a:solidFill>
                  <a:srgbClr val="A4B1CD"/>
                </a:solidFill>
                <a:latin typeface="+mn-lt"/>
                <a:cs typeface="+mn-lt"/>
              </a:defRPr>
            </a:lvl3pPr>
          </a:lstStyle>
          <a:p>
            <a:r>
              <a:rPr lang="en-GB" dirty="0"/>
              <a:t>Points</a:t>
            </a:r>
          </a:p>
        </p:txBody>
      </p:sp>
      <p:sp>
        <p:nvSpPr>
          <p:cNvPr id="7" name="rect 7"/>
          <p:cNvSpPr/>
          <p:nvPr userDrawn="1"/>
        </p:nvSpPr>
        <p:spPr>
          <a:xfrm>
            <a:off x="6210300" y="1676400"/>
            <a:ext cx="5219700" cy="4343400"/>
          </a:xfrm>
          <a:prstGeom prst="rect">
            <a:avLst/>
          </a:prstGeom>
          <a:solidFill>
            <a:srgbClr val="1A2332"/>
          </a:solidFill>
          <a:ln w="19050">
            <a:solidFill>
              <a:srgbClr val="2C3A52"/>
            </a:solidFill>
          </a:ln>
        </p:spPr>
        <p:txBody>
          <a:bodyPr rtlCol="0" anchor="ctr"/>
          <a:lstStyle/>
          <a:p>
            <a:endParaRPr lang="en-GB" dirty="0"/>
          </a:p>
        </p:txBody>
      </p:sp>
      <p:sp>
        <p:nvSpPr>
          <p:cNvPr id="8" name="Heading 2"/>
          <p:cNvSpPr>
            <a:spLocks noGrp="1"/>
          </p:cNvSpPr>
          <p:nvPr>
            <p:ph type="body" idx="14" sz="quarter"/>
          </p:nvPr>
        </p:nvSpPr>
        <p:spPr>
          <a:xfrm>
            <a:off x="6477000" y="1905000"/>
            <a:ext cx="4686300" cy="381000"/>
          </a:xfrm>
        </p:spPr>
        <p:txBody>
          <a:bodyPr wrap="square" lIns="0" tIns="0" rIns="0" bIns="0" anchor="t" rtlCol="0">
            <a:normAutofit/>
          </a:bodyPr>
          <a:lstStyle>
            <a:lvl1pPr marL="0" indent="0" algn="l">
              <a:lnSpc>
                <a:spcPct val="105000"/>
              </a:lnSpc>
              <a:spcBef>
                <a:spcPts val="0"/>
              </a:spcBef>
              <a:spcAft>
                <a:spcPts val="0"/>
              </a:spcAft>
              <a:buNone/>
              <a:defRPr sz="2200" b="1" dirty="0">
                <a:solidFill>
                  <a:srgbClr val="FFFFFF"/>
                </a:solidFill>
                <a:latin typeface="+mj-lt"/>
                <a:cs typeface="+mj-lt"/>
              </a:defRPr>
            </a:lvl1pPr>
          </a:lstStyle>
          <a:p>
            <a:r>
              <a:rPr lang="en-GB" dirty="0"/>
              <a:t>Second heading</a:t>
            </a:r>
          </a:p>
        </p:txBody>
      </p:sp>
      <p:sp>
        <p:nvSpPr>
          <p:cNvPr id="9" name="Content 2"/>
          <p:cNvSpPr>
            <a:spLocks noGrp="1"/>
          </p:cNvSpPr>
          <p:nvPr>
            <p:ph type="body" idx="15" sz="quarter"/>
          </p:nvPr>
        </p:nvSpPr>
        <p:spPr>
          <a:xfrm>
            <a:off x="6477000" y="2438400"/>
            <a:ext cx="4686300" cy="3352800"/>
          </a:xfrm>
        </p:spPr>
        <p:txBody>
          <a:bodyPr wrap="square" lIns="0" tIns="0" rIns="0" bIns="0" anchor="t" rtlCol="0">
            <a:normAutofit/>
          </a:bodyPr>
          <a:lstStyle>
            <a:lvl1pPr marL="285750" indent="-285750" algn="l">
              <a:lnSpc>
                <a:spcPct val="105000"/>
              </a:lnSpc>
              <a:spcBef>
                <a:spcPts val="1000"/>
              </a:spcBef>
              <a:spcAft>
                <a:spcPts val="0"/>
              </a:spcAft>
              <a:buClr>
                <a:srgbClr val="9FEF00"/>
              </a:buClr>
              <a:buSzPct val="60000"/>
              <a:buFont typeface="Arial"/>
              <a:buChar char="■"/>
              <a:defRPr sz="1800" dirty="0">
                <a:solidFill>
                  <a:srgbClr val="E4E9F4"/>
                </a:solidFill>
                <a:latin typeface="+mn-lt"/>
                <a:cs typeface="+mn-lt"/>
              </a:defRPr>
            </a:lvl1pPr>
            <a:lvl2pPr marL="571500" indent="-285750" algn="l">
              <a:lnSpc>
                <a:spcPct val="105000"/>
              </a:lnSpc>
              <a:spcBef>
                <a:spcPts val="1000"/>
              </a:spcBef>
              <a:spcAft>
                <a:spcPts val="0"/>
              </a:spcAft>
              <a:buClr>
                <a:srgbClr val="A4B1CD"/>
              </a:buClr>
              <a:buSzPct val="100000"/>
              <a:buFont typeface="Arial"/>
              <a:buChar char="–"/>
              <a:defRPr sz="1600" dirty="0">
                <a:solidFill>
                  <a:srgbClr val="A4B1CD"/>
                </a:solidFill>
                <a:latin typeface="+mn-lt"/>
                <a:cs typeface="+mn-lt"/>
              </a:defRPr>
            </a:lvl2pPr>
            <a:lvl3pPr marL="857250" indent="-285750" algn="l">
              <a:lnSpc>
                <a:spcPct val="105000"/>
              </a:lnSpc>
              <a:spcBef>
                <a:spcPts val="1000"/>
              </a:spcBef>
              <a:spcAft>
                <a:spcPts val="0"/>
              </a:spcAft>
              <a:buClr>
                <a:srgbClr val="A4B1CD"/>
              </a:buClr>
              <a:buSzPct val="100000"/>
              <a:buFont typeface="Arial"/>
              <a:buChar char="·"/>
              <a:defRPr sz="1600" dirty="0">
                <a:solidFill>
                  <a:srgbClr val="A4B1CD"/>
                </a:solidFill>
                <a:latin typeface="+mn-lt"/>
                <a:cs typeface="+mn-lt"/>
              </a:defRPr>
            </a:lvl3pPr>
          </a:lstStyle>
          <a:p>
            <a:r>
              <a:rPr lang="en-GB" dirty="0"/>
              <a:t>Points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cust" preserve="1">
  <p:cSld name="Three cards">
    <p:spTree>
      <p:nvGrpSpPr>
        <p:cNvPr id="1" name=""/>
        <p:cNvGrpSpPr/>
        <p:nvPr/>
      </p:nvGrpSpPr>
      <p:grpSpPr>
        <a:xfrm>
          <a:off x="0" y="0"/>
          <a:ext cx="0" cy="0"/>
          <a:chOff x="0" y="0"/>
          <a:chExt cx="0" cy="0"/>
        </a:xfrm>
      </p:grpSpPr>
      <p:sp>
        <p:nvSpPr>
          <p:cNvPr id="2" name="Eyebrow"/>
          <p:cNvSpPr>
            <a:spLocks noGrp="1"/>
          </p:cNvSpPr>
          <p:nvPr>
            <p:ph type="body" idx="10" sz="quarter"/>
          </p:nvPr>
        </p:nvSpPr>
        <p:spPr>
          <a:xfrm>
            <a:off x="762000" y="419100"/>
            <a:ext cx="10668000" cy="228600"/>
          </a:xfrm>
        </p:spPr>
        <p:txBody>
          <a:bodyPr wrap="square" lIns="0" tIns="0" rIns="0" bIns="0" anchor="b" rtlCol="0">
            <a:normAutofit/>
          </a:bodyPr>
          <a:lstStyle>
            <a:lvl1pPr marL="0" indent="0" algn="l">
              <a:lnSpc>
                <a:spcPct val="105000"/>
              </a:lnSpc>
              <a:spcBef>
                <a:spcPts val="0"/>
              </a:spcBef>
              <a:spcAft>
                <a:spcPts val="0"/>
              </a:spcAft>
              <a:buNone/>
              <a:defRPr sz="1200" b="1" cap="all" spc="300" dirty="0">
                <a:solidFill>
                  <a:srgbClr val="9FEF00"/>
                </a:solidFill>
                <a:latin typeface="JetBrains Mono"/>
                <a:cs typeface="JetBrains Mono"/>
              </a:defRPr>
            </a:lvl1pPr>
          </a:lstStyle>
          <a:p>
            <a:r>
              <a:rPr lang="en-GB" dirty="0"/>
              <a:t>Lesson or topic</a:t>
            </a:r>
          </a:p>
        </p:txBody>
      </p:sp>
      <p:sp>
        <p:nvSpPr>
          <p:cNvPr id="3" name="Title"/>
          <p:cNvSpPr>
            <a:spLocks noGrp="1"/>
          </p:cNvSpPr>
          <p:nvPr>
            <p:ph type="title"/>
          </p:nvPr>
        </p:nvSpPr>
        <p:spPr>
          <a:xfrm>
            <a:off x="762000" y="723900"/>
            <a:ext cx="10668000" cy="762000"/>
          </a:xfrm>
        </p:spPr>
        <p:txBody>
          <a:bodyPr wrap="square" lIns="0" tIns="0" rIns="0" bIns="0" anchor="t" rtlCol="0">
            <a:normAutofit/>
          </a:bodyPr>
          <a:lstStyle>
            <a:lvl1pPr marL="0" indent="0" algn="l">
              <a:lnSpc>
                <a:spcPct val="95000"/>
              </a:lnSpc>
              <a:spcBef>
                <a:spcPts val="0"/>
              </a:spcBef>
              <a:spcAft>
                <a:spcPts val="0"/>
              </a:spcAft>
              <a:buNone/>
              <a:defRPr sz="3400" b="1" dirty="0">
                <a:solidFill>
                  <a:srgbClr val="FFFFFF"/>
                </a:solidFill>
                <a:latin typeface="+mj-lt"/>
                <a:cs typeface="+mj-lt"/>
              </a:defRPr>
            </a:lvl1pPr>
          </a:lstStyle>
          <a:p>
            <a:r>
              <a:rPr lang="en-GB" dirty="0"/>
              <a:t>Slide title</a:t>
            </a:r>
          </a:p>
        </p:txBody>
      </p:sp>
      <p:sp>
        <p:nvSpPr>
          <p:cNvPr id="4" name="rect 4"/>
          <p:cNvSpPr/>
          <p:nvPr userDrawn="1"/>
        </p:nvSpPr>
        <p:spPr>
          <a:xfrm>
            <a:off x="762000" y="1676400"/>
            <a:ext cx="3403600" cy="4343400"/>
          </a:xfrm>
          <a:prstGeom prst="rect">
            <a:avLst/>
          </a:prstGeom>
          <a:solidFill>
            <a:srgbClr val="1A2332"/>
          </a:solidFill>
          <a:ln w="19050">
            <a:solidFill>
              <a:srgbClr val="2C3A52"/>
            </a:solidFill>
          </a:ln>
        </p:spPr>
        <p:txBody>
          <a:bodyPr rtlCol="0" anchor="ctr"/>
          <a:lstStyle/>
          <a:p>
            <a:endParaRPr lang="en-GB" dirty="0"/>
          </a:p>
        </p:txBody>
      </p:sp>
      <p:sp>
        <p:nvSpPr>
          <p:cNvPr id="5" name="Number 1"/>
          <p:cNvSpPr>
            <a:spLocks noGrp="1"/>
          </p:cNvSpPr>
          <p:nvPr>
            <p:ph type="body" idx="12" sz="quarter"/>
          </p:nvPr>
        </p:nvSpPr>
        <p:spPr>
          <a:xfrm>
            <a:off x="1028700" y="1924050"/>
            <a:ext cx="2870200" cy="247650"/>
          </a:xfrm>
        </p:spPr>
        <p:txBody>
          <a:bodyPr wrap="square" lIns="0" tIns="0" rIns="0" bIns="0" anchor="t" rtlCol="0">
            <a:normAutofit/>
          </a:bodyPr>
          <a:lstStyle>
            <a:lvl1pPr marL="0" indent="0" algn="l">
              <a:lnSpc>
                <a:spcPct val="105000"/>
              </a:lnSpc>
              <a:spcBef>
                <a:spcPts val="0"/>
              </a:spcBef>
              <a:spcAft>
                <a:spcPts val="0"/>
              </a:spcAft>
              <a:buNone/>
              <a:defRPr sz="1400" b="1" dirty="0">
                <a:solidFill>
                  <a:srgbClr val="9FEF00"/>
                </a:solidFill>
                <a:latin typeface="JetBrains Mono"/>
                <a:cs typeface="JetBrains Mono"/>
              </a:defRPr>
            </a:lvl1pPr>
          </a:lstStyle>
          <a:p>
            <a:r>
              <a:rPr lang="en-GB" dirty="0"/>
              <a:t>01</a:t>
            </a:r>
          </a:p>
        </p:txBody>
      </p:sp>
      <p:sp>
        <p:nvSpPr>
          <p:cNvPr id="6" name="Heading 1"/>
          <p:cNvSpPr>
            <a:spLocks noGrp="1"/>
          </p:cNvSpPr>
          <p:nvPr>
            <p:ph type="body" idx="13" sz="quarter"/>
          </p:nvPr>
        </p:nvSpPr>
        <p:spPr>
          <a:xfrm>
            <a:off x="1028700" y="2266950"/>
            <a:ext cx="2870200" cy="723900"/>
          </a:xfrm>
        </p:spPr>
        <p:txBody>
          <a:bodyPr wrap="square" lIns="0" tIns="0" rIns="0" bIns="0" anchor="t" rtlCol="0">
            <a:normAutofit/>
          </a:bodyPr>
          <a:lstStyle>
            <a:lvl1pPr marL="0" indent="0" algn="l">
              <a:lnSpc>
                <a:spcPct val="95000"/>
              </a:lnSpc>
              <a:spcBef>
                <a:spcPts val="0"/>
              </a:spcBef>
              <a:spcAft>
                <a:spcPts val="0"/>
              </a:spcAft>
              <a:buNone/>
              <a:defRPr sz="2200" b="1" dirty="0">
                <a:solidFill>
                  <a:srgbClr val="FFFFFF"/>
                </a:solidFill>
                <a:latin typeface="+mj-lt"/>
                <a:cs typeface="+mj-lt"/>
              </a:defRPr>
            </a:lvl1pPr>
          </a:lstStyle>
          <a:p>
            <a:r>
              <a:rPr lang="en-GB" dirty="0"/>
              <a:t>Heading</a:t>
            </a:r>
          </a:p>
        </p:txBody>
      </p:sp>
      <p:sp>
        <p:nvSpPr>
          <p:cNvPr id="7" name="Text 1"/>
          <p:cNvSpPr>
            <a:spLocks noGrp="1"/>
          </p:cNvSpPr>
          <p:nvPr>
            <p:ph type="body" idx="14" sz="quarter"/>
          </p:nvPr>
        </p:nvSpPr>
        <p:spPr>
          <a:xfrm>
            <a:off x="1028700" y="3086100"/>
            <a:ext cx="2870200" cy="2705100"/>
          </a:xfrm>
        </p:spPr>
        <p:txBody>
          <a:bodyPr wrap="square" lIns="0" tIns="0" rIns="0" bIns="0" anchor="t" rtlCol="0">
            <a:normAutofit/>
          </a:bodyPr>
          <a:lstStyle>
            <a:lvl1pPr marL="0" indent="0" algn="l">
              <a:lnSpc>
                <a:spcPct val="105000"/>
              </a:lnSpc>
              <a:spcBef>
                <a:spcPts val="0"/>
              </a:spcBef>
              <a:spcAft>
                <a:spcPts val="0"/>
              </a:spcAft>
              <a:buNone/>
              <a:defRPr sz="1700" dirty="0">
                <a:solidFill>
                  <a:srgbClr val="E4E9F4"/>
                </a:solidFill>
                <a:latin typeface="+mn-lt"/>
                <a:cs typeface="+mn-lt"/>
              </a:defRPr>
            </a:lvl1pPr>
          </a:lstStyle>
          <a:p>
            <a:r>
              <a:rPr lang="en-GB" dirty="0"/>
              <a:t>Two or three short sentences</a:t>
            </a:r>
          </a:p>
        </p:txBody>
      </p:sp>
      <p:sp>
        <p:nvSpPr>
          <p:cNvPr id="8" name="rect 8"/>
          <p:cNvSpPr/>
          <p:nvPr userDrawn="1"/>
        </p:nvSpPr>
        <p:spPr>
          <a:xfrm>
            <a:off x="4394200" y="1676400"/>
            <a:ext cx="3403600" cy="4343400"/>
          </a:xfrm>
          <a:prstGeom prst="rect">
            <a:avLst/>
          </a:prstGeom>
          <a:solidFill>
            <a:srgbClr val="1A2332"/>
          </a:solidFill>
          <a:ln w="19050">
            <a:solidFill>
              <a:srgbClr val="2C3A52"/>
            </a:solidFill>
          </a:ln>
        </p:spPr>
        <p:txBody>
          <a:bodyPr rtlCol="0" anchor="ctr"/>
          <a:lstStyle/>
          <a:p>
            <a:endParaRPr lang="en-GB" dirty="0"/>
          </a:p>
        </p:txBody>
      </p:sp>
      <p:sp>
        <p:nvSpPr>
          <p:cNvPr id="9" name="Number 2"/>
          <p:cNvSpPr>
            <a:spLocks noGrp="1"/>
          </p:cNvSpPr>
          <p:nvPr>
            <p:ph type="body" idx="15" sz="quarter"/>
          </p:nvPr>
        </p:nvSpPr>
        <p:spPr>
          <a:xfrm>
            <a:off x="4660900" y="1924050"/>
            <a:ext cx="2870200" cy="247650"/>
          </a:xfrm>
        </p:spPr>
        <p:txBody>
          <a:bodyPr wrap="square" lIns="0" tIns="0" rIns="0" bIns="0" anchor="t" rtlCol="0">
            <a:normAutofit/>
          </a:bodyPr>
          <a:lstStyle>
            <a:lvl1pPr marL="0" indent="0" algn="l">
              <a:lnSpc>
                <a:spcPct val="105000"/>
              </a:lnSpc>
              <a:spcBef>
                <a:spcPts val="0"/>
              </a:spcBef>
              <a:spcAft>
                <a:spcPts val="0"/>
              </a:spcAft>
              <a:buNone/>
              <a:defRPr sz="1400" b="1" dirty="0">
                <a:solidFill>
                  <a:srgbClr val="9FEF00"/>
                </a:solidFill>
                <a:latin typeface="JetBrains Mono"/>
                <a:cs typeface="JetBrains Mono"/>
              </a:defRPr>
            </a:lvl1pPr>
          </a:lstStyle>
          <a:p>
            <a:r>
              <a:rPr lang="en-GB" dirty="0"/>
              <a:t>02</a:t>
            </a:r>
          </a:p>
        </p:txBody>
      </p:sp>
      <p:sp>
        <p:nvSpPr>
          <p:cNvPr id="10" name="Heading 2"/>
          <p:cNvSpPr>
            <a:spLocks noGrp="1"/>
          </p:cNvSpPr>
          <p:nvPr>
            <p:ph type="body" idx="16" sz="quarter"/>
          </p:nvPr>
        </p:nvSpPr>
        <p:spPr>
          <a:xfrm>
            <a:off x="4660900" y="2266950"/>
            <a:ext cx="2870200" cy="723900"/>
          </a:xfrm>
        </p:spPr>
        <p:txBody>
          <a:bodyPr wrap="square" lIns="0" tIns="0" rIns="0" bIns="0" anchor="t" rtlCol="0">
            <a:normAutofit/>
          </a:bodyPr>
          <a:lstStyle>
            <a:lvl1pPr marL="0" indent="0" algn="l">
              <a:lnSpc>
                <a:spcPct val="95000"/>
              </a:lnSpc>
              <a:spcBef>
                <a:spcPts val="0"/>
              </a:spcBef>
              <a:spcAft>
                <a:spcPts val="0"/>
              </a:spcAft>
              <a:buNone/>
              <a:defRPr sz="2200" b="1" dirty="0">
                <a:solidFill>
                  <a:srgbClr val="FFFFFF"/>
                </a:solidFill>
                <a:latin typeface="+mj-lt"/>
                <a:cs typeface="+mj-lt"/>
              </a:defRPr>
            </a:lvl1pPr>
          </a:lstStyle>
          <a:p>
            <a:r>
              <a:rPr lang="en-GB" dirty="0"/>
              <a:t>Heading</a:t>
            </a:r>
          </a:p>
        </p:txBody>
      </p:sp>
      <p:sp>
        <p:nvSpPr>
          <p:cNvPr id="11" name="Text 2"/>
          <p:cNvSpPr>
            <a:spLocks noGrp="1"/>
          </p:cNvSpPr>
          <p:nvPr>
            <p:ph type="body" idx="17" sz="quarter"/>
          </p:nvPr>
        </p:nvSpPr>
        <p:spPr>
          <a:xfrm>
            <a:off x="4660900" y="3086100"/>
            <a:ext cx="2870200" cy="2705100"/>
          </a:xfrm>
        </p:spPr>
        <p:txBody>
          <a:bodyPr wrap="square" lIns="0" tIns="0" rIns="0" bIns="0" anchor="t" rtlCol="0">
            <a:normAutofit/>
          </a:bodyPr>
          <a:lstStyle>
            <a:lvl1pPr marL="0" indent="0" algn="l">
              <a:lnSpc>
                <a:spcPct val="105000"/>
              </a:lnSpc>
              <a:spcBef>
                <a:spcPts val="0"/>
              </a:spcBef>
              <a:spcAft>
                <a:spcPts val="0"/>
              </a:spcAft>
              <a:buNone/>
              <a:defRPr sz="1700" dirty="0">
                <a:solidFill>
                  <a:srgbClr val="E4E9F4"/>
                </a:solidFill>
                <a:latin typeface="+mn-lt"/>
                <a:cs typeface="+mn-lt"/>
              </a:defRPr>
            </a:lvl1pPr>
          </a:lstStyle>
          <a:p>
            <a:r>
              <a:rPr lang="en-GB" dirty="0"/>
              <a:t>Two or three short sentences</a:t>
            </a:r>
          </a:p>
        </p:txBody>
      </p:sp>
      <p:sp>
        <p:nvSpPr>
          <p:cNvPr id="12" name="rect 12"/>
          <p:cNvSpPr/>
          <p:nvPr userDrawn="1"/>
        </p:nvSpPr>
        <p:spPr>
          <a:xfrm>
            <a:off x="8026400" y="1676400"/>
            <a:ext cx="3403600" cy="4343400"/>
          </a:xfrm>
          <a:prstGeom prst="rect">
            <a:avLst/>
          </a:prstGeom>
          <a:solidFill>
            <a:srgbClr val="1A2332"/>
          </a:solidFill>
          <a:ln w="19050">
            <a:solidFill>
              <a:srgbClr val="2C3A52"/>
            </a:solidFill>
          </a:ln>
        </p:spPr>
        <p:txBody>
          <a:bodyPr rtlCol="0" anchor="ctr"/>
          <a:lstStyle/>
          <a:p>
            <a:endParaRPr lang="en-GB" dirty="0"/>
          </a:p>
        </p:txBody>
      </p:sp>
      <p:sp>
        <p:nvSpPr>
          <p:cNvPr id="13" name="Number 3"/>
          <p:cNvSpPr>
            <a:spLocks noGrp="1"/>
          </p:cNvSpPr>
          <p:nvPr>
            <p:ph type="body" idx="18" sz="quarter"/>
          </p:nvPr>
        </p:nvSpPr>
        <p:spPr>
          <a:xfrm>
            <a:off x="8293100" y="1924050"/>
            <a:ext cx="2870200" cy="247650"/>
          </a:xfrm>
        </p:spPr>
        <p:txBody>
          <a:bodyPr wrap="square" lIns="0" tIns="0" rIns="0" bIns="0" anchor="t" rtlCol="0">
            <a:normAutofit/>
          </a:bodyPr>
          <a:lstStyle>
            <a:lvl1pPr marL="0" indent="0" algn="l">
              <a:lnSpc>
                <a:spcPct val="105000"/>
              </a:lnSpc>
              <a:spcBef>
                <a:spcPts val="0"/>
              </a:spcBef>
              <a:spcAft>
                <a:spcPts val="0"/>
              </a:spcAft>
              <a:buNone/>
              <a:defRPr sz="1400" b="1" dirty="0">
                <a:solidFill>
                  <a:srgbClr val="9FEF00"/>
                </a:solidFill>
                <a:latin typeface="JetBrains Mono"/>
                <a:cs typeface="JetBrains Mono"/>
              </a:defRPr>
            </a:lvl1pPr>
          </a:lstStyle>
          <a:p>
            <a:r>
              <a:rPr lang="en-GB" dirty="0"/>
              <a:t>03</a:t>
            </a:r>
          </a:p>
        </p:txBody>
      </p:sp>
      <p:sp>
        <p:nvSpPr>
          <p:cNvPr id="14" name="Heading 3"/>
          <p:cNvSpPr>
            <a:spLocks noGrp="1"/>
          </p:cNvSpPr>
          <p:nvPr>
            <p:ph type="body" idx="19" sz="quarter"/>
          </p:nvPr>
        </p:nvSpPr>
        <p:spPr>
          <a:xfrm>
            <a:off x="8293100" y="2266950"/>
            <a:ext cx="2870200" cy="723900"/>
          </a:xfrm>
        </p:spPr>
        <p:txBody>
          <a:bodyPr wrap="square" lIns="0" tIns="0" rIns="0" bIns="0" anchor="t" rtlCol="0">
            <a:normAutofit/>
          </a:bodyPr>
          <a:lstStyle>
            <a:lvl1pPr marL="0" indent="0" algn="l">
              <a:lnSpc>
                <a:spcPct val="95000"/>
              </a:lnSpc>
              <a:spcBef>
                <a:spcPts val="0"/>
              </a:spcBef>
              <a:spcAft>
                <a:spcPts val="0"/>
              </a:spcAft>
              <a:buNone/>
              <a:defRPr sz="2200" b="1" dirty="0">
                <a:solidFill>
                  <a:srgbClr val="FFFFFF"/>
                </a:solidFill>
                <a:latin typeface="+mj-lt"/>
                <a:cs typeface="+mj-lt"/>
              </a:defRPr>
            </a:lvl1pPr>
          </a:lstStyle>
          <a:p>
            <a:r>
              <a:rPr lang="en-GB" dirty="0"/>
              <a:t>Heading</a:t>
            </a:r>
          </a:p>
        </p:txBody>
      </p:sp>
      <p:sp>
        <p:nvSpPr>
          <p:cNvPr id="15" name="Text 3"/>
          <p:cNvSpPr>
            <a:spLocks noGrp="1"/>
          </p:cNvSpPr>
          <p:nvPr>
            <p:ph type="body" idx="20" sz="quarter"/>
          </p:nvPr>
        </p:nvSpPr>
        <p:spPr>
          <a:xfrm>
            <a:off x="8293100" y="3086100"/>
            <a:ext cx="2870200" cy="2705100"/>
          </a:xfrm>
        </p:spPr>
        <p:txBody>
          <a:bodyPr wrap="square" lIns="0" tIns="0" rIns="0" bIns="0" anchor="t" rtlCol="0">
            <a:normAutofit/>
          </a:bodyPr>
          <a:lstStyle>
            <a:lvl1pPr marL="0" indent="0" algn="l">
              <a:lnSpc>
                <a:spcPct val="105000"/>
              </a:lnSpc>
              <a:spcBef>
                <a:spcPts val="0"/>
              </a:spcBef>
              <a:spcAft>
                <a:spcPts val="0"/>
              </a:spcAft>
              <a:buNone/>
              <a:defRPr sz="1700" dirty="0">
                <a:solidFill>
                  <a:srgbClr val="E4E9F4"/>
                </a:solidFill>
                <a:latin typeface="+mn-lt"/>
                <a:cs typeface="+mn-lt"/>
              </a:defRPr>
            </a:lvl1pPr>
          </a:lstStyle>
          <a:p>
            <a:r>
              <a:rPr lang="en-GB" dirty="0"/>
              <a:t>Two or three short sentences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cust" preserve="1">
  <p:cSld name="Terminal">
    <p:spTree>
      <p:nvGrpSpPr>
        <p:cNvPr id="1" name=""/>
        <p:cNvGrpSpPr/>
        <p:nvPr/>
      </p:nvGrpSpPr>
      <p:grpSpPr>
        <a:xfrm>
          <a:off x="0" y="0"/>
          <a:ext cx="0" cy="0"/>
          <a:chOff x="0" y="0"/>
          <a:chExt cx="0" cy="0"/>
        </a:xfrm>
      </p:grpSpPr>
      <p:sp>
        <p:nvSpPr>
          <p:cNvPr id="2" name="Eyebrow"/>
          <p:cNvSpPr>
            <a:spLocks noGrp="1"/>
          </p:cNvSpPr>
          <p:nvPr>
            <p:ph type="body" idx="10" sz="quarter"/>
          </p:nvPr>
        </p:nvSpPr>
        <p:spPr>
          <a:xfrm>
            <a:off x="762000" y="419100"/>
            <a:ext cx="10668000" cy="228600"/>
          </a:xfrm>
        </p:spPr>
        <p:txBody>
          <a:bodyPr wrap="square" lIns="0" tIns="0" rIns="0" bIns="0" anchor="b" rtlCol="0">
            <a:normAutofit/>
          </a:bodyPr>
          <a:lstStyle>
            <a:lvl1pPr marL="0" indent="0" algn="l">
              <a:lnSpc>
                <a:spcPct val="105000"/>
              </a:lnSpc>
              <a:spcBef>
                <a:spcPts val="0"/>
              </a:spcBef>
              <a:spcAft>
                <a:spcPts val="0"/>
              </a:spcAft>
              <a:buNone/>
              <a:defRPr sz="1200" b="1" cap="all" spc="300" dirty="0">
                <a:solidFill>
                  <a:srgbClr val="9FEF00"/>
                </a:solidFill>
                <a:latin typeface="JetBrains Mono"/>
                <a:cs typeface="JetBrains Mono"/>
              </a:defRPr>
            </a:lvl1pPr>
          </a:lstStyle>
          <a:p>
            <a:r>
              <a:rPr lang="en-GB" dirty="0"/>
              <a:t>Lesson or topic</a:t>
            </a:r>
          </a:p>
        </p:txBody>
      </p:sp>
      <p:sp>
        <p:nvSpPr>
          <p:cNvPr id="3" name="Title"/>
          <p:cNvSpPr>
            <a:spLocks noGrp="1"/>
          </p:cNvSpPr>
          <p:nvPr>
            <p:ph type="title"/>
          </p:nvPr>
        </p:nvSpPr>
        <p:spPr>
          <a:xfrm>
            <a:off x="762000" y="723900"/>
            <a:ext cx="10668000" cy="762000"/>
          </a:xfrm>
        </p:spPr>
        <p:txBody>
          <a:bodyPr wrap="square" lIns="0" tIns="0" rIns="0" bIns="0" anchor="t" rtlCol="0">
            <a:normAutofit/>
          </a:bodyPr>
          <a:lstStyle>
            <a:lvl1pPr marL="0" indent="0" algn="l">
              <a:lnSpc>
                <a:spcPct val="95000"/>
              </a:lnSpc>
              <a:spcBef>
                <a:spcPts val="0"/>
              </a:spcBef>
              <a:spcAft>
                <a:spcPts val="0"/>
              </a:spcAft>
              <a:buNone/>
              <a:defRPr sz="3400" b="1" dirty="0">
                <a:solidFill>
                  <a:srgbClr val="FFFFFF"/>
                </a:solidFill>
                <a:latin typeface="+mj-lt"/>
                <a:cs typeface="+mj-lt"/>
              </a:defRPr>
            </a:lvl1pPr>
          </a:lstStyle>
          <a:p>
            <a:r>
              <a:rPr lang="en-GB" dirty="0"/>
              <a:t>Slide title</a:t>
            </a:r>
          </a:p>
        </p:txBody>
      </p:sp>
      <p:sp>
        <p:nvSpPr>
          <p:cNvPr id="4" name="rect 4"/>
          <p:cNvSpPr/>
          <p:nvPr userDrawn="1"/>
        </p:nvSpPr>
        <p:spPr>
          <a:xfrm>
            <a:off x="762000" y="1676400"/>
            <a:ext cx="7010400" cy="4343400"/>
          </a:xfrm>
          <a:prstGeom prst="rect">
            <a:avLst/>
          </a:prstGeom>
          <a:solidFill>
            <a:srgbClr val="0D1420"/>
          </a:solidFill>
          <a:ln w="19050">
            <a:solidFill>
              <a:srgbClr val="2C3A52"/>
            </a:solidFill>
          </a:ln>
        </p:spPr>
        <p:txBody>
          <a:bodyPr rtlCol="0" anchor="ctr"/>
          <a:lstStyle/>
          <a:p>
            <a:endParaRPr lang="en-GB" dirty="0"/>
          </a:p>
        </p:txBody>
      </p:sp>
      <p:sp>
        <p:nvSpPr>
          <p:cNvPr id="5" name="rect 5"/>
          <p:cNvSpPr/>
          <p:nvPr userDrawn="1"/>
        </p:nvSpPr>
        <p:spPr>
          <a:xfrm>
            <a:off x="771525" y="1685925"/>
            <a:ext cx="6991350" cy="381000"/>
          </a:xfrm>
          <a:prstGeom prst="rect">
            <a:avLst/>
          </a:prstGeom>
          <a:solidFill>
            <a:srgbClr val="1A2332"/>
          </a:solidFill>
          <a:ln>
            <a:noFill/>
          </a:ln>
        </p:spPr>
        <p:txBody>
          <a:bodyPr rtlCol="0" anchor="ctr"/>
          <a:lstStyle/>
          <a:p>
            <a:endParaRPr lang="en-GB" dirty="0"/>
          </a:p>
        </p:txBody>
      </p:sp>
      <p:sp>
        <p:nvSpPr>
          <p:cNvPr id="6" name="ellipse 6"/>
          <p:cNvSpPr/>
          <p:nvPr userDrawn="1"/>
        </p:nvSpPr>
        <p:spPr>
          <a:xfrm>
            <a:off x="952500" y="1819275"/>
            <a:ext cx="114300" cy="114300"/>
          </a:xfrm>
          <a:prstGeom prst="ellipse">
            <a:avLst/>
          </a:prstGeom>
          <a:solidFill>
            <a:srgbClr val="FF3E3E"/>
          </a:solidFill>
          <a:ln>
            <a:noFill/>
          </a:ln>
        </p:spPr>
        <p:txBody>
          <a:bodyPr rtlCol="0" anchor="ctr"/>
          <a:lstStyle/>
          <a:p>
            <a:endParaRPr lang="en-GB" dirty="0"/>
          </a:p>
        </p:txBody>
      </p:sp>
      <p:sp>
        <p:nvSpPr>
          <p:cNvPr id="7" name="ellipse 7"/>
          <p:cNvSpPr/>
          <p:nvPr userDrawn="1"/>
        </p:nvSpPr>
        <p:spPr>
          <a:xfrm>
            <a:off x="1143000" y="1819275"/>
            <a:ext cx="114300" cy="114300"/>
          </a:xfrm>
          <a:prstGeom prst="ellipse">
            <a:avLst/>
          </a:prstGeom>
          <a:solidFill>
            <a:srgbClr val="FFAF00"/>
          </a:solidFill>
          <a:ln>
            <a:noFill/>
          </a:ln>
        </p:spPr>
        <p:txBody>
          <a:bodyPr rtlCol="0" anchor="ctr"/>
          <a:lstStyle/>
          <a:p>
            <a:endParaRPr lang="en-GB" dirty="0"/>
          </a:p>
        </p:txBody>
      </p:sp>
      <p:sp>
        <p:nvSpPr>
          <p:cNvPr id="8" name="ellipse 8"/>
          <p:cNvSpPr/>
          <p:nvPr userDrawn="1"/>
        </p:nvSpPr>
        <p:spPr>
          <a:xfrm>
            <a:off x="1333500" y="1819275"/>
            <a:ext cx="114300" cy="114300"/>
          </a:xfrm>
          <a:prstGeom prst="ellipse">
            <a:avLst/>
          </a:prstGeom>
          <a:solidFill>
            <a:srgbClr val="9FEF00"/>
          </a:solidFill>
          <a:ln>
            <a:noFill/>
          </a:ln>
        </p:spPr>
        <p:txBody>
          <a:bodyPr rtlCol="0" anchor="ctr"/>
          <a:lstStyle/>
          <a:p>
            <a:endParaRPr lang="en-GB" dirty="0"/>
          </a:p>
        </p:txBody>
      </p:sp>
      <p:sp>
        <p:nvSpPr>
          <p:cNvPr id="9" name="Window title"/>
          <p:cNvSpPr>
            <a:spLocks noGrp="1"/>
          </p:cNvSpPr>
          <p:nvPr>
            <p:ph type="body" idx="12" sz="quarter"/>
          </p:nvPr>
        </p:nvSpPr>
        <p:spPr>
          <a:xfrm>
            <a:off x="2476500" y="1685925"/>
            <a:ext cx="3581400" cy="381000"/>
          </a:xfrm>
        </p:spPr>
        <p:txBody>
          <a:bodyPr wrap="square" lIns="0" tIns="0" rIns="0" bIns="0" anchor="ctr" rtlCol="0">
            <a:normAutofit/>
          </a:bodyPr>
          <a:lstStyle>
            <a:lvl1pPr marL="0" indent="0" algn="ctr">
              <a:lnSpc>
                <a:spcPct val="105000"/>
              </a:lnSpc>
              <a:spcBef>
                <a:spcPts val="0"/>
              </a:spcBef>
              <a:spcAft>
                <a:spcPts val="0"/>
              </a:spcAft>
              <a:buNone/>
              <a:defRPr sz="1100" dirty="0">
                <a:solidFill>
                  <a:srgbClr val="A4B1CD"/>
                </a:solidFill>
                <a:latin typeface="JetBrains Mono"/>
                <a:cs typeface="JetBrains Mono"/>
              </a:defRPr>
            </a:lvl1pPr>
          </a:lstStyle>
          <a:p>
            <a:r>
              <a:rPr lang="en-GB" dirty="0"/>
              <a:t>learner@codex: ~</a:t>
            </a:r>
          </a:p>
        </p:txBody>
      </p:sp>
      <p:sp>
        <p:nvSpPr>
          <p:cNvPr id="10" name="Commands"/>
          <p:cNvSpPr>
            <a:spLocks noGrp="1"/>
          </p:cNvSpPr>
          <p:nvPr>
            <p:ph type="body" idx="13" sz="quarter"/>
          </p:nvPr>
        </p:nvSpPr>
        <p:spPr>
          <a:xfrm>
            <a:off x="990600" y="2247900"/>
            <a:ext cx="6553200" cy="3581400"/>
          </a:xfrm>
        </p:spPr>
        <p:txBody>
          <a:bodyPr wrap="square" lIns="0" tIns="0" rIns="0" bIns="0" anchor="t" rtlCol="0">
            <a:normAutofit/>
          </a:bodyPr>
          <a:lstStyle>
            <a:lvl1pPr marL="0" indent="0" algn="l">
              <a:lnSpc>
                <a:spcPct val="120000"/>
              </a:lnSpc>
              <a:spcBef>
                <a:spcPts val="0"/>
              </a:spcBef>
              <a:spcAft>
                <a:spcPts val="0"/>
              </a:spcAft>
              <a:buNone/>
              <a:defRPr sz="1500" dirty="0">
                <a:solidFill>
                  <a:srgbClr val="E4E9F4"/>
                </a:solidFill>
                <a:latin typeface="JetBrains Mono"/>
                <a:cs typeface="JetBrains Mono"/>
              </a:defRPr>
            </a:lvl1pPr>
          </a:lstStyle>
          <a:p>
            <a:r>
              <a:rPr lang="en-GB" dirty="0"/>
              <a:t>$ command --and arguments</a:t>
            </a:r>
          </a:p>
        </p:txBody>
      </p:sp>
      <p:sp>
        <p:nvSpPr>
          <p:cNvPr id="11" name="Explanation"/>
          <p:cNvSpPr>
            <a:spLocks noGrp="1"/>
          </p:cNvSpPr>
          <p:nvPr>
            <p:ph type="body" idx="14" sz="quarter"/>
          </p:nvPr>
        </p:nvSpPr>
        <p:spPr>
          <a:xfrm>
            <a:off x="8077200" y="1676400"/>
            <a:ext cx="3352800" cy="4343400"/>
          </a:xfrm>
        </p:spPr>
        <p:txBody>
          <a:bodyPr wrap="square" lIns="0" tIns="0" rIns="0" bIns="0" anchor="t" rtlCol="0">
            <a:normAutofit/>
          </a:bodyPr>
          <a:lstStyle>
            <a:lvl1pPr marL="285750" indent="-285750" algn="l">
              <a:lnSpc>
                <a:spcPct val="105000"/>
              </a:lnSpc>
              <a:spcBef>
                <a:spcPts val="1000"/>
              </a:spcBef>
              <a:spcAft>
                <a:spcPts val="0"/>
              </a:spcAft>
              <a:buClr>
                <a:srgbClr val="9FEF00"/>
              </a:buClr>
              <a:buSzPct val="60000"/>
              <a:buFont typeface="Arial"/>
              <a:buChar char="■"/>
              <a:defRPr sz="1800" dirty="0">
                <a:solidFill>
                  <a:srgbClr val="E4E9F4"/>
                </a:solidFill>
                <a:latin typeface="+mn-lt"/>
                <a:cs typeface="+mn-lt"/>
              </a:defRPr>
            </a:lvl1pPr>
            <a:lvl2pPr marL="571500" indent="-285750" algn="l">
              <a:lnSpc>
                <a:spcPct val="105000"/>
              </a:lnSpc>
              <a:spcBef>
                <a:spcPts val="1000"/>
              </a:spcBef>
              <a:spcAft>
                <a:spcPts val="0"/>
              </a:spcAft>
              <a:buClr>
                <a:srgbClr val="A4B1CD"/>
              </a:buClr>
              <a:buSzPct val="100000"/>
              <a:buFont typeface="Arial"/>
              <a:buChar char="–"/>
              <a:defRPr sz="1600" dirty="0">
                <a:solidFill>
                  <a:srgbClr val="A4B1CD"/>
                </a:solidFill>
                <a:latin typeface="+mn-lt"/>
                <a:cs typeface="+mn-lt"/>
              </a:defRPr>
            </a:lvl2pPr>
            <a:lvl3pPr marL="857250" indent="-285750" algn="l">
              <a:lnSpc>
                <a:spcPct val="105000"/>
              </a:lnSpc>
              <a:spcBef>
                <a:spcPts val="1000"/>
              </a:spcBef>
              <a:spcAft>
                <a:spcPts val="0"/>
              </a:spcAft>
              <a:buClr>
                <a:srgbClr val="A4B1CD"/>
              </a:buClr>
              <a:buSzPct val="100000"/>
              <a:buFont typeface="Arial"/>
              <a:buChar char="·"/>
              <a:defRPr sz="1600" dirty="0">
                <a:solidFill>
                  <a:srgbClr val="A4B1CD"/>
                </a:solidFill>
                <a:latin typeface="+mn-lt"/>
                <a:cs typeface="+mn-lt"/>
              </a:defRPr>
            </a:lvl3pPr>
          </a:lstStyle>
          <a:p>
            <a:r>
              <a:rPr lang="en-GB" dirty="0"/>
              <a:t>What to look for in the output</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Picture">
    <p:spTree>
      <p:nvGrpSpPr>
        <p:cNvPr id="1" name=""/>
        <p:cNvGrpSpPr/>
        <p:nvPr/>
      </p:nvGrpSpPr>
      <p:grpSpPr>
        <a:xfrm>
          <a:off x="0" y="0"/>
          <a:ext cx="0" cy="0"/>
          <a:chOff x="0" y="0"/>
          <a:chExt cx="0" cy="0"/>
        </a:xfrm>
      </p:grpSpPr>
      <p:sp>
        <p:nvSpPr>
          <p:cNvPr id="2" name="Eyebrow"/>
          <p:cNvSpPr>
            <a:spLocks noGrp="1"/>
          </p:cNvSpPr>
          <p:nvPr>
            <p:ph type="body" idx="10" sz="quarter"/>
          </p:nvPr>
        </p:nvSpPr>
        <p:spPr>
          <a:xfrm>
            <a:off x="762000" y="419100"/>
            <a:ext cx="10668000" cy="228600"/>
          </a:xfrm>
        </p:spPr>
        <p:txBody>
          <a:bodyPr wrap="square" lIns="0" tIns="0" rIns="0" bIns="0" anchor="b" rtlCol="0">
            <a:normAutofit/>
          </a:bodyPr>
          <a:lstStyle>
            <a:lvl1pPr marL="0" indent="0" algn="l">
              <a:lnSpc>
                <a:spcPct val="105000"/>
              </a:lnSpc>
              <a:spcBef>
                <a:spcPts val="0"/>
              </a:spcBef>
              <a:spcAft>
                <a:spcPts val="0"/>
              </a:spcAft>
              <a:buNone/>
              <a:defRPr sz="1200" b="1" cap="all" spc="300" dirty="0">
                <a:solidFill>
                  <a:srgbClr val="9FEF00"/>
                </a:solidFill>
                <a:latin typeface="JetBrains Mono"/>
                <a:cs typeface="JetBrains Mono"/>
              </a:defRPr>
            </a:lvl1pPr>
          </a:lstStyle>
          <a:p>
            <a:r>
              <a:rPr lang="en-GB" dirty="0"/>
              <a:t>Lesson or topic</a:t>
            </a:r>
          </a:p>
        </p:txBody>
      </p:sp>
      <p:sp>
        <p:nvSpPr>
          <p:cNvPr id="3" name="Title"/>
          <p:cNvSpPr>
            <a:spLocks noGrp="1"/>
          </p:cNvSpPr>
          <p:nvPr>
            <p:ph type="title"/>
          </p:nvPr>
        </p:nvSpPr>
        <p:spPr>
          <a:xfrm>
            <a:off x="762000" y="723900"/>
            <a:ext cx="10668000" cy="762000"/>
          </a:xfrm>
        </p:spPr>
        <p:txBody>
          <a:bodyPr wrap="square" lIns="0" tIns="0" rIns="0" bIns="0" anchor="t" rtlCol="0">
            <a:normAutofit/>
          </a:bodyPr>
          <a:lstStyle>
            <a:lvl1pPr marL="0" indent="0" algn="l">
              <a:lnSpc>
                <a:spcPct val="95000"/>
              </a:lnSpc>
              <a:spcBef>
                <a:spcPts val="0"/>
              </a:spcBef>
              <a:spcAft>
                <a:spcPts val="0"/>
              </a:spcAft>
              <a:buNone/>
              <a:defRPr sz="3400" b="1" dirty="0">
                <a:solidFill>
                  <a:srgbClr val="FFFFFF"/>
                </a:solidFill>
                <a:latin typeface="+mj-lt"/>
                <a:cs typeface="+mj-lt"/>
              </a:defRPr>
            </a:lvl1pPr>
          </a:lstStyle>
          <a:p>
            <a:r>
              <a:rPr lang="en-GB" dirty="0"/>
              <a:t>Slide title</a:t>
            </a:r>
          </a:p>
        </p:txBody>
      </p:sp>
      <p:sp>
        <p:nvSpPr>
          <p:cNvPr id="4" name="Picture"/>
          <p:cNvSpPr>
            <a:spLocks noGrp="1"/>
          </p:cNvSpPr>
          <p:nvPr>
            <p:ph type="pic" idx="12"/>
          </p:nvPr>
        </p:nvSpPr>
        <p:spPr>
          <a:xfrm>
            <a:off x="762000" y="1676400"/>
            <a:ext cx="10668000" cy="3810000"/>
          </a:xfrm>
          <a:prstGeom prst="rect">
            <a:avLst/>
          </a:prstGeom>
          <a:solidFill>
            <a:srgbClr val="1A2332"/>
          </a:solidFill>
          <a:ln w="19050">
            <a:solidFill>
              <a:srgbClr val="2C3A52"/>
            </a:solidFill>
          </a:ln>
        </p:spPr>
        <p:txBody>
          <a:bodyPr wrap="square" lIns="0" tIns="0" rIns="0" bIns="0" anchor="ctr" rtlCol="0">
            <a:normAutofit/>
          </a:bodyPr>
          <a:lstStyle>
            <a:lvl1pPr marL="0" indent="0" algn="ctr">
              <a:lnSpc>
                <a:spcPct val="105000"/>
              </a:lnSpc>
              <a:spcBef>
                <a:spcPts val="0"/>
              </a:spcBef>
              <a:spcAft>
                <a:spcPts val="0"/>
              </a:spcAft>
              <a:buNone/>
              <a:defRPr sz="1600" dirty="0">
                <a:solidFill>
                  <a:srgbClr val="A4B1CD"/>
                </a:solidFill>
                <a:latin typeface="+mn-lt"/>
                <a:cs typeface="+mn-lt"/>
              </a:defRPr>
            </a:lvl1pPr>
          </a:lstStyle>
          <a:p>
            <a:r>
              <a:rPr lang="en-GB" dirty="0"/>
              <a:t>A diagram or screenshot</a:t>
            </a:r>
          </a:p>
        </p:txBody>
      </p:sp>
      <p:sp>
        <p:nvSpPr>
          <p:cNvPr id="5" name="Caption"/>
          <p:cNvSpPr>
            <a:spLocks noGrp="1"/>
          </p:cNvSpPr>
          <p:nvPr>
            <p:ph type="body" idx="13" sz="quarter"/>
          </p:nvPr>
        </p:nvSpPr>
        <p:spPr>
          <a:xfrm>
            <a:off x="762000" y="5638800"/>
            <a:ext cx="10668000" cy="381000"/>
          </a:xfrm>
        </p:spPr>
        <p:txBody>
          <a:bodyPr wrap="square" lIns="0" tIns="0" rIns="0" bIns="0" anchor="t" rtlCol="0">
            <a:normAutofit/>
          </a:bodyPr>
          <a:lstStyle>
            <a:lvl1pPr marL="0" indent="0" algn="l">
              <a:lnSpc>
                <a:spcPct val="105000"/>
              </a:lnSpc>
              <a:spcBef>
                <a:spcPts val="0"/>
              </a:spcBef>
              <a:spcAft>
                <a:spcPts val="0"/>
              </a:spcAft>
              <a:buNone/>
              <a:defRPr sz="1500" dirty="0">
                <a:solidFill>
                  <a:srgbClr val="A4B1CD"/>
                </a:solidFill>
                <a:latin typeface="+mn-lt"/>
                <a:cs typeface="+mn-lt"/>
              </a:defRPr>
            </a:lvl1pPr>
          </a:lstStyle>
          <a:p>
            <a:r>
              <a:rPr lang="en-GB" dirty="0"/>
              <a:t>Caption: what the picture shows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cust" preserve="1">
  <p:cSld name="Key point">
    <p:spTree>
      <p:nvGrpSpPr>
        <p:cNvPr id="1" name=""/>
        <p:cNvGrpSpPr/>
        <p:nvPr/>
      </p:nvGrpSpPr>
      <p:grpSpPr>
        <a:xfrm>
          <a:off x="0" y="0"/>
          <a:ext cx="0" cy="0"/>
          <a:chOff x="0" y="0"/>
          <a:chExt cx="0" cy="0"/>
        </a:xfrm>
      </p:grpSpPr>
      <p:sp>
        <p:nvSpPr>
          <p:cNvPr id="2" name="rect 2"/>
          <p:cNvSpPr/>
          <p:nvPr userDrawn="1"/>
        </p:nvSpPr>
        <p:spPr>
          <a:xfrm>
            <a:off x="762000" y="2057400"/>
            <a:ext cx="609600" cy="57150"/>
          </a:xfrm>
          <a:prstGeom prst="rect">
            <a:avLst/>
          </a:prstGeom>
          <a:solidFill>
            <a:srgbClr val="9FEF00"/>
          </a:solidFill>
          <a:ln>
            <a:noFill/>
          </a:ln>
        </p:spPr>
        <p:txBody>
          <a:bodyPr rtlCol="0" anchor="ctr"/>
          <a:lstStyle/>
          <a:p>
            <a:endParaRPr lang="en-GB" dirty="0"/>
          </a:p>
        </p:txBody>
      </p:sp>
      <p:sp>
        <p:nvSpPr>
          <p:cNvPr id="3" name="Statement"/>
          <p:cNvSpPr>
            <a:spLocks noGrp="1"/>
          </p:cNvSpPr>
          <p:nvPr>
            <p:ph type="title"/>
          </p:nvPr>
        </p:nvSpPr>
        <p:spPr>
          <a:xfrm>
            <a:off x="762000" y="2324100"/>
            <a:ext cx="9906000" cy="1428750"/>
          </a:xfrm>
        </p:spPr>
        <p:txBody>
          <a:bodyPr wrap="square" lIns="0" tIns="0" rIns="0" bIns="0" anchor="t" rtlCol="0">
            <a:normAutofit/>
          </a:bodyPr>
          <a:lstStyle>
            <a:lvl1pPr marL="0" indent="0" algn="l">
              <a:lnSpc>
                <a:spcPct val="100000"/>
              </a:lnSpc>
              <a:spcBef>
                <a:spcPts val="0"/>
              </a:spcBef>
              <a:spcAft>
                <a:spcPts val="0"/>
              </a:spcAft>
              <a:buNone/>
              <a:defRPr sz="4000" b="1" dirty="0">
                <a:solidFill>
                  <a:srgbClr val="FFFFFF"/>
                </a:solidFill>
                <a:latin typeface="+mj-lt"/>
                <a:cs typeface="+mj-lt"/>
              </a:defRPr>
            </a:lvl1pPr>
          </a:lstStyle>
          <a:p>
            <a:r>
              <a:rPr lang="en-GB" dirty="0"/>
              <a:t>The one thing to remember</a:t>
            </a:r>
          </a:p>
        </p:txBody>
      </p:sp>
      <p:sp>
        <p:nvSpPr>
          <p:cNvPr id="4" name="Detail"/>
          <p:cNvSpPr>
            <a:spLocks noGrp="1"/>
          </p:cNvSpPr>
          <p:nvPr>
            <p:ph type="body" idx="10" sz="quarter"/>
          </p:nvPr>
        </p:nvSpPr>
        <p:spPr>
          <a:xfrm>
            <a:off x="762000" y="3981450"/>
            <a:ext cx="8572500" cy="1047750"/>
          </a:xfrm>
        </p:spPr>
        <p:txBody>
          <a:bodyPr wrap="square" lIns="0" tIns="0" rIns="0" bIns="0" anchor="t" rtlCol="0">
            <a:normAutofit/>
          </a:bodyPr>
          <a:lstStyle>
            <a:lvl1pPr marL="0" indent="0" algn="l">
              <a:lnSpc>
                <a:spcPct val="105000"/>
              </a:lnSpc>
              <a:spcBef>
                <a:spcPts val="0"/>
              </a:spcBef>
              <a:spcAft>
                <a:spcPts val="0"/>
              </a:spcAft>
              <a:buNone/>
              <a:defRPr sz="2000" dirty="0">
                <a:solidFill>
                  <a:srgbClr val="A4B1CD"/>
                </a:solidFill>
                <a:latin typeface="+mn-lt"/>
                <a:cs typeface="+mn-lt"/>
              </a:defRPr>
            </a:lvl1pPr>
          </a:lstStyle>
          <a:p>
            <a:r>
              <a:rPr lang="en-GB" dirty="0"/>
              <a:t>Why it matters, in a sentence or two</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cust" preserve="1">
  <p:cSld name="Quiz">
    <p:spTree>
      <p:nvGrpSpPr>
        <p:cNvPr id="1" name=""/>
        <p:cNvGrpSpPr/>
        <p:nvPr/>
      </p:nvGrpSpPr>
      <p:grpSpPr>
        <a:xfrm>
          <a:off x="0" y="0"/>
          <a:ext cx="0" cy="0"/>
          <a:chOff x="0" y="0"/>
          <a:chExt cx="0" cy="0"/>
        </a:xfrm>
      </p:grpSpPr>
      <p:sp>
        <p:nvSpPr>
          <p:cNvPr id="2" name="Eyebrow"/>
          <p:cNvSpPr>
            <a:spLocks noGrp="1"/>
          </p:cNvSpPr>
          <p:nvPr>
            <p:ph type="body" idx="10" sz="quarter"/>
          </p:nvPr>
        </p:nvSpPr>
        <p:spPr>
          <a:xfrm>
            <a:off x="762000" y="419100"/>
            <a:ext cx="10668000" cy="228600"/>
          </a:xfrm>
        </p:spPr>
        <p:txBody>
          <a:bodyPr wrap="square" lIns="0" tIns="0" rIns="0" bIns="0" anchor="b" rtlCol="0">
            <a:normAutofit/>
          </a:bodyPr>
          <a:lstStyle>
            <a:lvl1pPr marL="0" indent="0" algn="l">
              <a:lnSpc>
                <a:spcPct val="105000"/>
              </a:lnSpc>
              <a:spcBef>
                <a:spcPts val="0"/>
              </a:spcBef>
              <a:spcAft>
                <a:spcPts val="0"/>
              </a:spcAft>
              <a:buNone/>
              <a:defRPr sz="1200" b="1" cap="all" spc="300" dirty="0">
                <a:solidFill>
                  <a:srgbClr val="9FEF00"/>
                </a:solidFill>
                <a:latin typeface="JetBrains Mono"/>
                <a:cs typeface="JetBrains Mono"/>
              </a:defRPr>
            </a:lvl1pPr>
          </a:lstStyle>
          <a:p>
            <a:r>
              <a:rPr lang="en-GB" dirty="0"/>
              <a:t>Check your understanding</a:t>
            </a:r>
          </a:p>
        </p:txBody>
      </p:sp>
      <p:sp>
        <p:nvSpPr>
          <p:cNvPr id="3" name="Question"/>
          <p:cNvSpPr>
            <a:spLocks noGrp="1"/>
          </p:cNvSpPr>
          <p:nvPr>
            <p:ph type="title"/>
          </p:nvPr>
        </p:nvSpPr>
        <p:spPr>
          <a:xfrm>
            <a:off x="762000" y="723900"/>
            <a:ext cx="10668000" cy="914400"/>
          </a:xfrm>
        </p:spPr>
        <p:txBody>
          <a:bodyPr wrap="square" lIns="0" tIns="0" rIns="0" bIns="0" anchor="t" rtlCol="0">
            <a:normAutofit/>
          </a:bodyPr>
          <a:lstStyle>
            <a:lvl1pPr marL="0" indent="0" algn="l">
              <a:lnSpc>
                <a:spcPct val="95000"/>
              </a:lnSpc>
              <a:spcBef>
                <a:spcPts val="0"/>
              </a:spcBef>
              <a:spcAft>
                <a:spcPts val="0"/>
              </a:spcAft>
              <a:buNone/>
              <a:defRPr sz="3000" b="1" dirty="0">
                <a:solidFill>
                  <a:srgbClr val="FFFFFF"/>
                </a:solidFill>
                <a:latin typeface="+mj-lt"/>
                <a:cs typeface="+mj-lt"/>
              </a:defRPr>
            </a:lvl1pPr>
          </a:lstStyle>
          <a:p>
            <a:r>
              <a:rPr lang="en-GB" dirty="0"/>
              <a:t>The question</a:t>
            </a:r>
          </a:p>
        </p:txBody>
      </p:sp>
      <p:sp>
        <p:nvSpPr>
          <p:cNvPr id="4" name="rect 4"/>
          <p:cNvSpPr/>
          <p:nvPr userDrawn="1"/>
        </p:nvSpPr>
        <p:spPr>
          <a:xfrm>
            <a:off x="762000" y="1790700"/>
            <a:ext cx="10668000" cy="895350"/>
          </a:xfrm>
          <a:prstGeom prst="rect">
            <a:avLst/>
          </a:prstGeom>
          <a:solidFill>
            <a:srgbClr val="1A2332"/>
          </a:solidFill>
          <a:ln w="19050">
            <a:solidFill>
              <a:srgbClr val="2C3A52"/>
            </a:solidFill>
          </a:ln>
        </p:spPr>
        <p:txBody>
          <a:bodyPr rtlCol="0" anchor="ctr"/>
          <a:lstStyle/>
          <a:p>
            <a:endParaRPr lang="en-GB" dirty="0"/>
          </a:p>
        </p:txBody>
      </p:sp>
      <p:sp>
        <p:nvSpPr>
          <p:cNvPr id="5" name="rect 5"/>
          <p:cNvSpPr/>
          <p:nvPr userDrawn="1"/>
        </p:nvSpPr>
        <p:spPr>
          <a:xfrm>
            <a:off x="990600" y="2047875"/>
            <a:ext cx="381000" cy="381000"/>
          </a:xfrm>
          <a:prstGeom prst="rect">
            <a:avLst/>
          </a:prstGeom>
          <a:solidFill>
            <a:srgbClr val="2A3D12"/>
          </a:solidFill>
          <a:ln w="19050">
            <a:solidFill>
              <a:srgbClr val="9FEF00"/>
            </a:solidFill>
          </a:ln>
        </p:spPr>
        <p:txBody>
          <a:bodyPr rtlCol="0" anchor="ctr"/>
          <a:lstStyle/>
          <a:p>
            <a:endParaRPr lang="en-GB" dirty="0"/>
          </a:p>
        </p:txBody>
      </p:sp>
      <p:sp>
        <p:nvSpPr>
          <p:cNvPr id="6" name="text 6"/>
          <p:cNvSpPr txBox="1"/>
          <p:nvPr userDrawn="1"/>
        </p:nvSpPr>
        <p:spPr>
          <a:xfrm>
            <a:off x="990600" y="2047875"/>
            <a:ext cx="381000" cy="381000"/>
          </a:xfrm>
          <a:prstGeom prst="rect">
            <a:avLst/>
          </a:prstGeom>
          <a:noFill/>
        </p:spPr>
        <p:txBody>
          <a:bodyPr wrap="square" lIns="0" tIns="0" rIns="0" bIns="0" anchor="ctr" rtlCol="0">
            <a:noAutofit/>
          </a:bodyPr>
          <a:lstStyle/>
          <a:p>
            <a:pPr marL="0" indent="0" algn="ctr">
              <a:lnSpc>
                <a:spcPct val="105000"/>
              </a:lnSpc>
              <a:spcBef>
                <a:spcPts val="0"/>
              </a:spcBef>
              <a:spcAft>
                <a:spcPts val="0"/>
              </a:spcAft>
              <a:buNone/>
            </a:pPr>
            <a:r>
              <a:rPr lang="en-GB" sz="1500" b="1" dirty="0">
                <a:solidFill>
                  <a:srgbClr val="9FEF00"/>
                </a:solidFill>
                <a:latin typeface="JetBrains Mono"/>
                <a:cs typeface="JetBrains Mono"/>
              </a:rPr>
              <a:t>A</a:t>
            </a:r>
            <a:endParaRPr lang="en-GB" sz="1500" b="1" dirty="0">
              <a:solidFill>
                <a:srgbClr val="9FEF00"/>
              </a:solidFill>
              <a:latin typeface="JetBrains Mono"/>
              <a:cs typeface="JetBrains Mono"/>
            </a:endParaRPr>
          </a:p>
        </p:txBody>
      </p:sp>
      <p:sp>
        <p:nvSpPr>
          <p:cNvPr id="7" name="Answer A"/>
          <p:cNvSpPr>
            <a:spLocks noGrp="1"/>
          </p:cNvSpPr>
          <p:nvPr>
            <p:ph type="body" idx="12" sz="quarter"/>
          </p:nvPr>
        </p:nvSpPr>
        <p:spPr>
          <a:xfrm>
            <a:off x="1600200" y="1790700"/>
            <a:ext cx="9601200" cy="895350"/>
          </a:xfrm>
        </p:spPr>
        <p:txBody>
          <a:bodyPr wrap="square" lIns="0" tIns="0" rIns="0" bIns="0" anchor="ctr" rtlCol="0">
            <a:normAutofit/>
          </a:bodyPr>
          <a:lstStyle>
            <a:lvl1pPr marL="0" indent="0" algn="l">
              <a:lnSpc>
                <a:spcPct val="105000"/>
              </a:lnSpc>
              <a:spcBef>
                <a:spcPts val="0"/>
              </a:spcBef>
              <a:spcAft>
                <a:spcPts val="0"/>
              </a:spcAft>
              <a:buNone/>
              <a:defRPr sz="2000" dirty="0">
                <a:solidFill>
                  <a:srgbClr val="E4E9F4"/>
                </a:solidFill>
                <a:latin typeface="+mn-lt"/>
                <a:cs typeface="+mn-lt"/>
              </a:defRPr>
            </a:lvl1pPr>
          </a:lstStyle>
          <a:p>
            <a:r>
              <a:rPr lang="en-GB" dirty="0"/>
              <a:t>An answer</a:t>
            </a:r>
          </a:p>
        </p:txBody>
      </p:sp>
      <p:sp>
        <p:nvSpPr>
          <p:cNvPr id="8" name="rect 8"/>
          <p:cNvSpPr/>
          <p:nvPr userDrawn="1"/>
        </p:nvSpPr>
        <p:spPr>
          <a:xfrm>
            <a:off x="762000" y="2838450"/>
            <a:ext cx="10668000" cy="895350"/>
          </a:xfrm>
          <a:prstGeom prst="rect">
            <a:avLst/>
          </a:prstGeom>
          <a:solidFill>
            <a:srgbClr val="1A2332"/>
          </a:solidFill>
          <a:ln w="19050">
            <a:solidFill>
              <a:srgbClr val="2C3A52"/>
            </a:solidFill>
          </a:ln>
        </p:spPr>
        <p:txBody>
          <a:bodyPr rtlCol="0" anchor="ctr"/>
          <a:lstStyle/>
          <a:p>
            <a:endParaRPr lang="en-GB" dirty="0"/>
          </a:p>
        </p:txBody>
      </p:sp>
      <p:sp>
        <p:nvSpPr>
          <p:cNvPr id="9" name="rect 9"/>
          <p:cNvSpPr/>
          <p:nvPr userDrawn="1"/>
        </p:nvSpPr>
        <p:spPr>
          <a:xfrm>
            <a:off x="990600" y="3095625"/>
            <a:ext cx="381000" cy="381000"/>
          </a:xfrm>
          <a:prstGeom prst="rect">
            <a:avLst/>
          </a:prstGeom>
          <a:solidFill>
            <a:srgbClr val="2A3D12"/>
          </a:solidFill>
          <a:ln w="19050">
            <a:solidFill>
              <a:srgbClr val="9FEF00"/>
            </a:solidFill>
          </a:ln>
        </p:spPr>
        <p:txBody>
          <a:bodyPr rtlCol="0" anchor="ctr"/>
          <a:lstStyle/>
          <a:p>
            <a:endParaRPr lang="en-GB" dirty="0"/>
          </a:p>
        </p:txBody>
      </p:sp>
      <p:sp>
        <p:nvSpPr>
          <p:cNvPr id="10" name="text 10"/>
          <p:cNvSpPr txBox="1"/>
          <p:nvPr userDrawn="1"/>
        </p:nvSpPr>
        <p:spPr>
          <a:xfrm>
            <a:off x="990600" y="3095625"/>
            <a:ext cx="381000" cy="381000"/>
          </a:xfrm>
          <a:prstGeom prst="rect">
            <a:avLst/>
          </a:prstGeom>
          <a:noFill/>
        </p:spPr>
        <p:txBody>
          <a:bodyPr wrap="square" lIns="0" tIns="0" rIns="0" bIns="0" anchor="ctr" rtlCol="0">
            <a:noAutofit/>
          </a:bodyPr>
          <a:lstStyle/>
          <a:p>
            <a:pPr marL="0" indent="0" algn="ctr">
              <a:lnSpc>
                <a:spcPct val="105000"/>
              </a:lnSpc>
              <a:spcBef>
                <a:spcPts val="0"/>
              </a:spcBef>
              <a:spcAft>
                <a:spcPts val="0"/>
              </a:spcAft>
              <a:buNone/>
            </a:pPr>
            <a:r>
              <a:rPr lang="en-GB" sz="1500" b="1" dirty="0">
                <a:solidFill>
                  <a:srgbClr val="9FEF00"/>
                </a:solidFill>
                <a:latin typeface="JetBrains Mono"/>
                <a:cs typeface="JetBrains Mono"/>
              </a:rPr>
              <a:t>B</a:t>
            </a:r>
            <a:endParaRPr lang="en-GB" sz="1500" b="1" dirty="0">
              <a:solidFill>
                <a:srgbClr val="9FEF00"/>
              </a:solidFill>
              <a:latin typeface="JetBrains Mono"/>
              <a:cs typeface="JetBrains Mono"/>
            </a:endParaRPr>
          </a:p>
        </p:txBody>
      </p:sp>
      <p:sp>
        <p:nvSpPr>
          <p:cNvPr id="11" name="Answer B"/>
          <p:cNvSpPr>
            <a:spLocks noGrp="1"/>
          </p:cNvSpPr>
          <p:nvPr>
            <p:ph type="body" idx="13" sz="quarter"/>
          </p:nvPr>
        </p:nvSpPr>
        <p:spPr>
          <a:xfrm>
            <a:off x="1600200" y="2838450"/>
            <a:ext cx="9601200" cy="895350"/>
          </a:xfrm>
        </p:spPr>
        <p:txBody>
          <a:bodyPr wrap="square" lIns="0" tIns="0" rIns="0" bIns="0" anchor="ctr" rtlCol="0">
            <a:normAutofit/>
          </a:bodyPr>
          <a:lstStyle>
            <a:lvl1pPr marL="0" indent="0" algn="l">
              <a:lnSpc>
                <a:spcPct val="105000"/>
              </a:lnSpc>
              <a:spcBef>
                <a:spcPts val="0"/>
              </a:spcBef>
              <a:spcAft>
                <a:spcPts val="0"/>
              </a:spcAft>
              <a:buNone/>
              <a:defRPr sz="2000" dirty="0">
                <a:solidFill>
                  <a:srgbClr val="E4E9F4"/>
                </a:solidFill>
                <a:latin typeface="+mn-lt"/>
                <a:cs typeface="+mn-lt"/>
              </a:defRPr>
            </a:lvl1pPr>
          </a:lstStyle>
          <a:p>
            <a:r>
              <a:rPr lang="en-GB" dirty="0"/>
              <a:t>An answer</a:t>
            </a:r>
          </a:p>
        </p:txBody>
      </p:sp>
      <p:sp>
        <p:nvSpPr>
          <p:cNvPr id="12" name="rect 12"/>
          <p:cNvSpPr/>
          <p:nvPr userDrawn="1"/>
        </p:nvSpPr>
        <p:spPr>
          <a:xfrm>
            <a:off x="762000" y="3886200"/>
            <a:ext cx="10668000" cy="895350"/>
          </a:xfrm>
          <a:prstGeom prst="rect">
            <a:avLst/>
          </a:prstGeom>
          <a:solidFill>
            <a:srgbClr val="1A2332"/>
          </a:solidFill>
          <a:ln w="19050">
            <a:solidFill>
              <a:srgbClr val="2C3A52"/>
            </a:solidFill>
          </a:ln>
        </p:spPr>
        <p:txBody>
          <a:bodyPr rtlCol="0" anchor="ctr"/>
          <a:lstStyle/>
          <a:p>
            <a:endParaRPr lang="en-GB" dirty="0"/>
          </a:p>
        </p:txBody>
      </p:sp>
      <p:sp>
        <p:nvSpPr>
          <p:cNvPr id="13" name="rect 13"/>
          <p:cNvSpPr/>
          <p:nvPr userDrawn="1"/>
        </p:nvSpPr>
        <p:spPr>
          <a:xfrm>
            <a:off x="990600" y="4143375"/>
            <a:ext cx="381000" cy="381000"/>
          </a:xfrm>
          <a:prstGeom prst="rect">
            <a:avLst/>
          </a:prstGeom>
          <a:solidFill>
            <a:srgbClr val="2A3D12"/>
          </a:solidFill>
          <a:ln w="19050">
            <a:solidFill>
              <a:srgbClr val="9FEF00"/>
            </a:solidFill>
          </a:ln>
        </p:spPr>
        <p:txBody>
          <a:bodyPr rtlCol="0" anchor="ctr"/>
          <a:lstStyle/>
          <a:p>
            <a:endParaRPr lang="en-GB" dirty="0"/>
          </a:p>
        </p:txBody>
      </p:sp>
      <p:sp>
        <p:nvSpPr>
          <p:cNvPr id="14" name="text 14"/>
          <p:cNvSpPr txBox="1"/>
          <p:nvPr userDrawn="1"/>
        </p:nvSpPr>
        <p:spPr>
          <a:xfrm>
            <a:off x="990600" y="4143375"/>
            <a:ext cx="381000" cy="381000"/>
          </a:xfrm>
          <a:prstGeom prst="rect">
            <a:avLst/>
          </a:prstGeom>
          <a:noFill/>
        </p:spPr>
        <p:txBody>
          <a:bodyPr wrap="square" lIns="0" tIns="0" rIns="0" bIns="0" anchor="ctr" rtlCol="0">
            <a:noAutofit/>
          </a:bodyPr>
          <a:lstStyle/>
          <a:p>
            <a:pPr marL="0" indent="0" algn="ctr">
              <a:lnSpc>
                <a:spcPct val="105000"/>
              </a:lnSpc>
              <a:spcBef>
                <a:spcPts val="0"/>
              </a:spcBef>
              <a:spcAft>
                <a:spcPts val="0"/>
              </a:spcAft>
              <a:buNone/>
            </a:pPr>
            <a:r>
              <a:rPr lang="en-GB" sz="1500" b="1" dirty="0">
                <a:solidFill>
                  <a:srgbClr val="9FEF00"/>
                </a:solidFill>
                <a:latin typeface="JetBrains Mono"/>
                <a:cs typeface="JetBrains Mono"/>
              </a:rPr>
              <a:t>C</a:t>
            </a:r>
            <a:endParaRPr lang="en-GB" sz="1500" b="1" dirty="0">
              <a:solidFill>
                <a:srgbClr val="9FEF00"/>
              </a:solidFill>
              <a:latin typeface="JetBrains Mono"/>
              <a:cs typeface="JetBrains Mono"/>
            </a:endParaRPr>
          </a:p>
        </p:txBody>
      </p:sp>
      <p:sp>
        <p:nvSpPr>
          <p:cNvPr id="15" name="Answer C"/>
          <p:cNvSpPr>
            <a:spLocks noGrp="1"/>
          </p:cNvSpPr>
          <p:nvPr>
            <p:ph type="body" idx="14" sz="quarter"/>
          </p:nvPr>
        </p:nvSpPr>
        <p:spPr>
          <a:xfrm>
            <a:off x="1600200" y="3886200"/>
            <a:ext cx="9601200" cy="895350"/>
          </a:xfrm>
        </p:spPr>
        <p:txBody>
          <a:bodyPr wrap="square" lIns="0" tIns="0" rIns="0" bIns="0" anchor="ctr" rtlCol="0">
            <a:normAutofit/>
          </a:bodyPr>
          <a:lstStyle>
            <a:lvl1pPr marL="0" indent="0" algn="l">
              <a:lnSpc>
                <a:spcPct val="105000"/>
              </a:lnSpc>
              <a:spcBef>
                <a:spcPts val="0"/>
              </a:spcBef>
              <a:spcAft>
                <a:spcPts val="0"/>
              </a:spcAft>
              <a:buNone/>
              <a:defRPr sz="2000" dirty="0">
                <a:solidFill>
                  <a:srgbClr val="E4E9F4"/>
                </a:solidFill>
                <a:latin typeface="+mn-lt"/>
                <a:cs typeface="+mn-lt"/>
              </a:defRPr>
            </a:lvl1pPr>
          </a:lstStyle>
          <a:p>
            <a:r>
              <a:rPr lang="en-GB" dirty="0"/>
              <a:t>An answer</a:t>
            </a:r>
          </a:p>
        </p:txBody>
      </p:sp>
      <p:sp>
        <p:nvSpPr>
          <p:cNvPr id="16" name="rect 16"/>
          <p:cNvSpPr/>
          <p:nvPr userDrawn="1"/>
        </p:nvSpPr>
        <p:spPr>
          <a:xfrm>
            <a:off x="762000" y="4933950"/>
            <a:ext cx="10668000" cy="895350"/>
          </a:xfrm>
          <a:prstGeom prst="rect">
            <a:avLst/>
          </a:prstGeom>
          <a:solidFill>
            <a:srgbClr val="1A2332"/>
          </a:solidFill>
          <a:ln w="19050">
            <a:solidFill>
              <a:srgbClr val="2C3A52"/>
            </a:solidFill>
          </a:ln>
        </p:spPr>
        <p:txBody>
          <a:bodyPr rtlCol="0" anchor="ctr"/>
          <a:lstStyle/>
          <a:p>
            <a:endParaRPr lang="en-GB" dirty="0"/>
          </a:p>
        </p:txBody>
      </p:sp>
      <p:sp>
        <p:nvSpPr>
          <p:cNvPr id="17" name="rect 17"/>
          <p:cNvSpPr/>
          <p:nvPr userDrawn="1"/>
        </p:nvSpPr>
        <p:spPr>
          <a:xfrm>
            <a:off x="990600" y="5191125"/>
            <a:ext cx="381000" cy="381000"/>
          </a:xfrm>
          <a:prstGeom prst="rect">
            <a:avLst/>
          </a:prstGeom>
          <a:solidFill>
            <a:srgbClr val="2A3D12"/>
          </a:solidFill>
          <a:ln w="19050">
            <a:solidFill>
              <a:srgbClr val="9FEF00"/>
            </a:solidFill>
          </a:ln>
        </p:spPr>
        <p:txBody>
          <a:bodyPr rtlCol="0" anchor="ctr"/>
          <a:lstStyle/>
          <a:p>
            <a:endParaRPr lang="en-GB" dirty="0"/>
          </a:p>
        </p:txBody>
      </p:sp>
      <p:sp>
        <p:nvSpPr>
          <p:cNvPr id="18" name="text 18"/>
          <p:cNvSpPr txBox="1"/>
          <p:nvPr userDrawn="1"/>
        </p:nvSpPr>
        <p:spPr>
          <a:xfrm>
            <a:off x="990600" y="5191125"/>
            <a:ext cx="381000" cy="381000"/>
          </a:xfrm>
          <a:prstGeom prst="rect">
            <a:avLst/>
          </a:prstGeom>
          <a:noFill/>
        </p:spPr>
        <p:txBody>
          <a:bodyPr wrap="square" lIns="0" tIns="0" rIns="0" bIns="0" anchor="ctr" rtlCol="0">
            <a:noAutofit/>
          </a:bodyPr>
          <a:lstStyle/>
          <a:p>
            <a:pPr marL="0" indent="0" algn="ctr">
              <a:lnSpc>
                <a:spcPct val="105000"/>
              </a:lnSpc>
              <a:spcBef>
                <a:spcPts val="0"/>
              </a:spcBef>
              <a:spcAft>
                <a:spcPts val="0"/>
              </a:spcAft>
              <a:buNone/>
            </a:pPr>
            <a:r>
              <a:rPr lang="en-GB" sz="1500" b="1" dirty="0">
                <a:solidFill>
                  <a:srgbClr val="9FEF00"/>
                </a:solidFill>
                <a:latin typeface="JetBrains Mono"/>
                <a:cs typeface="JetBrains Mono"/>
              </a:rPr>
              <a:t>D</a:t>
            </a:r>
            <a:endParaRPr lang="en-GB" sz="1500" b="1" dirty="0">
              <a:solidFill>
                <a:srgbClr val="9FEF00"/>
              </a:solidFill>
              <a:latin typeface="JetBrains Mono"/>
              <a:cs typeface="JetBrains Mono"/>
            </a:endParaRPr>
          </a:p>
        </p:txBody>
      </p:sp>
      <p:sp>
        <p:nvSpPr>
          <p:cNvPr id="19" name="Answer D"/>
          <p:cNvSpPr>
            <a:spLocks noGrp="1"/>
          </p:cNvSpPr>
          <p:nvPr>
            <p:ph type="body" idx="15" sz="quarter"/>
          </p:nvPr>
        </p:nvSpPr>
        <p:spPr>
          <a:xfrm>
            <a:off x="1600200" y="4933950"/>
            <a:ext cx="9601200" cy="895350"/>
          </a:xfrm>
        </p:spPr>
        <p:txBody>
          <a:bodyPr wrap="square" lIns="0" tIns="0" rIns="0" bIns="0" anchor="ctr" rtlCol="0">
            <a:normAutofit/>
          </a:bodyPr>
          <a:lstStyle>
            <a:lvl1pPr marL="0" indent="0" algn="l">
              <a:lnSpc>
                <a:spcPct val="105000"/>
              </a:lnSpc>
              <a:spcBef>
                <a:spcPts val="0"/>
              </a:spcBef>
              <a:spcAft>
                <a:spcPts val="0"/>
              </a:spcAft>
              <a:buNone/>
              <a:defRPr sz="2000" dirty="0">
                <a:solidFill>
                  <a:srgbClr val="E4E9F4"/>
                </a:solidFill>
                <a:latin typeface="+mn-lt"/>
                <a:cs typeface="+mn-lt"/>
              </a:defRPr>
            </a:lvl1pPr>
          </a:lstStyle>
          <a:p>
            <a:r>
              <a:rPr lang="en-GB" dirty="0"/>
              <a:t>An answer</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cust" preserve="1">
  <p:cSld name="Summary">
    <p:spTree>
      <p:nvGrpSpPr>
        <p:cNvPr id="1" name=""/>
        <p:cNvGrpSpPr/>
        <p:nvPr/>
      </p:nvGrpSpPr>
      <p:grpSpPr>
        <a:xfrm>
          <a:off x="0" y="0"/>
          <a:ext cx="0" cy="0"/>
          <a:chOff x="0" y="0"/>
          <a:chExt cx="0" cy="0"/>
        </a:xfrm>
      </p:grpSpPr>
      <p:sp>
        <p:nvSpPr>
          <p:cNvPr id="2" name="Eyebrow"/>
          <p:cNvSpPr>
            <a:spLocks noGrp="1"/>
          </p:cNvSpPr>
          <p:nvPr>
            <p:ph type="body" idx="10" sz="quarter"/>
          </p:nvPr>
        </p:nvSpPr>
        <p:spPr>
          <a:xfrm>
            <a:off x="762000" y="419100"/>
            <a:ext cx="10668000" cy="228600"/>
          </a:xfrm>
        </p:spPr>
        <p:txBody>
          <a:bodyPr wrap="square" lIns="0" tIns="0" rIns="0" bIns="0" anchor="b" rtlCol="0">
            <a:normAutofit/>
          </a:bodyPr>
          <a:lstStyle>
            <a:lvl1pPr marL="0" indent="0" algn="l">
              <a:lnSpc>
                <a:spcPct val="105000"/>
              </a:lnSpc>
              <a:spcBef>
                <a:spcPts val="0"/>
              </a:spcBef>
              <a:spcAft>
                <a:spcPts val="0"/>
              </a:spcAft>
              <a:buNone/>
              <a:defRPr sz="1200" b="1" cap="all" spc="300" dirty="0">
                <a:solidFill>
                  <a:srgbClr val="9FEF00"/>
                </a:solidFill>
                <a:latin typeface="JetBrains Mono"/>
                <a:cs typeface="JetBrains Mono"/>
              </a:defRPr>
            </a:lvl1pPr>
          </a:lstStyle>
          <a:p>
            <a:r>
              <a:rPr lang="en-GB" dirty="0"/>
              <a:t>Key takeaways</a:t>
            </a:r>
          </a:p>
        </p:txBody>
      </p:sp>
      <p:sp>
        <p:nvSpPr>
          <p:cNvPr id="3" name="Title"/>
          <p:cNvSpPr>
            <a:spLocks noGrp="1"/>
          </p:cNvSpPr>
          <p:nvPr>
            <p:ph type="title"/>
          </p:nvPr>
        </p:nvSpPr>
        <p:spPr>
          <a:xfrm>
            <a:off x="762000" y="723900"/>
            <a:ext cx="10668000" cy="762000"/>
          </a:xfrm>
        </p:spPr>
        <p:txBody>
          <a:bodyPr wrap="square" lIns="0" tIns="0" rIns="0" bIns="0" anchor="t" rtlCol="0">
            <a:normAutofit/>
          </a:bodyPr>
          <a:lstStyle>
            <a:lvl1pPr marL="0" indent="0" algn="l">
              <a:lnSpc>
                <a:spcPct val="95000"/>
              </a:lnSpc>
              <a:spcBef>
                <a:spcPts val="0"/>
              </a:spcBef>
              <a:spcAft>
                <a:spcPts val="0"/>
              </a:spcAft>
              <a:buNone/>
              <a:defRPr sz="3400" b="1" dirty="0">
                <a:solidFill>
                  <a:srgbClr val="FFFFFF"/>
                </a:solidFill>
                <a:latin typeface="+mj-lt"/>
                <a:cs typeface="+mj-lt"/>
              </a:defRPr>
            </a:lvl1pPr>
          </a:lstStyle>
          <a:p>
            <a:r>
              <a:rPr lang="en-GB" dirty="0"/>
              <a:t>Slide title</a:t>
            </a:r>
          </a:p>
        </p:txBody>
      </p:sp>
      <p:sp>
        <p:nvSpPr>
          <p:cNvPr id="4" name="Takeaways"/>
          <p:cNvSpPr>
            <a:spLocks noGrp="1"/>
          </p:cNvSpPr>
          <p:nvPr>
            <p:ph type="body" idx="1"/>
          </p:nvPr>
        </p:nvSpPr>
        <p:spPr>
          <a:xfrm>
            <a:off x="762000" y="1676400"/>
            <a:ext cx="6477000" cy="4343400"/>
          </a:xfrm>
        </p:spPr>
        <p:txBody>
          <a:bodyPr wrap="square" lIns="0" tIns="0" rIns="0" bIns="0" anchor="t" rtlCol="0">
            <a:normAutofit/>
          </a:bodyPr>
          <a:lstStyle>
            <a:lvl1pPr marL="285750" indent="-285750" algn="l">
              <a:lnSpc>
                <a:spcPct val="105000"/>
              </a:lnSpc>
              <a:spcBef>
                <a:spcPts val="1000"/>
              </a:spcBef>
              <a:spcAft>
                <a:spcPts val="0"/>
              </a:spcAft>
              <a:buClr>
                <a:srgbClr val="9FEF00"/>
              </a:buClr>
              <a:buSzPct val="60000"/>
              <a:buFont typeface="Arial"/>
              <a:buChar char="■"/>
              <a:defRPr sz="2000" dirty="0">
                <a:solidFill>
                  <a:srgbClr val="E4E9F4"/>
                </a:solidFill>
                <a:latin typeface="+mn-lt"/>
                <a:cs typeface="+mn-lt"/>
              </a:defRPr>
            </a:lvl1pPr>
            <a:lvl2pPr marL="571500" indent="-285750" algn="l">
              <a:lnSpc>
                <a:spcPct val="105000"/>
              </a:lnSpc>
              <a:spcBef>
                <a:spcPts val="1000"/>
              </a:spcBef>
              <a:spcAft>
                <a:spcPts val="0"/>
              </a:spcAft>
              <a:buClr>
                <a:srgbClr val="A4B1CD"/>
              </a:buClr>
              <a:buSzPct val="100000"/>
              <a:buFont typeface="Arial"/>
              <a:buChar char="–"/>
              <a:defRPr sz="1800" dirty="0">
                <a:solidFill>
                  <a:srgbClr val="A4B1CD"/>
                </a:solidFill>
                <a:latin typeface="+mn-lt"/>
                <a:cs typeface="+mn-lt"/>
              </a:defRPr>
            </a:lvl2pPr>
            <a:lvl3pPr marL="857250" indent="-285750" algn="l">
              <a:lnSpc>
                <a:spcPct val="105000"/>
              </a:lnSpc>
              <a:spcBef>
                <a:spcPts val="1000"/>
              </a:spcBef>
              <a:spcAft>
                <a:spcPts val="0"/>
              </a:spcAft>
              <a:buClr>
                <a:srgbClr val="A4B1CD"/>
              </a:buClr>
              <a:buSzPct val="100000"/>
              <a:buFont typeface="Arial"/>
              <a:buChar char="·"/>
              <a:defRPr sz="1800" dirty="0">
                <a:solidFill>
                  <a:srgbClr val="A4B1CD"/>
                </a:solidFill>
                <a:latin typeface="+mn-lt"/>
                <a:cs typeface="+mn-lt"/>
              </a:defRPr>
            </a:lvl3pPr>
          </a:lstStyle>
          <a:p>
            <a:r>
              <a:rPr lang="en-GB" dirty="0"/>
              <a:t>What learners should remember</a:t>
            </a:r>
          </a:p>
        </p:txBody>
      </p:sp>
      <p:sp>
        <p:nvSpPr>
          <p:cNvPr id="5" name="rect 5"/>
          <p:cNvSpPr/>
          <p:nvPr userDrawn="1"/>
        </p:nvSpPr>
        <p:spPr>
          <a:xfrm>
            <a:off x="7543800" y="1676400"/>
            <a:ext cx="3886200" cy="2209800"/>
          </a:xfrm>
          <a:prstGeom prst="rect">
            <a:avLst/>
          </a:prstGeom>
          <a:solidFill>
            <a:srgbClr val="1A2332"/>
          </a:solidFill>
          <a:ln w="19050">
            <a:solidFill>
              <a:srgbClr val="2C3A52"/>
            </a:solidFill>
          </a:ln>
        </p:spPr>
        <p:txBody>
          <a:bodyPr rtlCol="0" anchor="ctr"/>
          <a:lstStyle/>
          <a:p>
            <a:endParaRPr lang="en-GB" dirty="0"/>
          </a:p>
        </p:txBody>
      </p:sp>
      <p:sp>
        <p:nvSpPr>
          <p:cNvPr id="6" name="text 6"/>
          <p:cNvSpPr txBox="1"/>
          <p:nvPr userDrawn="1"/>
        </p:nvSpPr>
        <p:spPr>
          <a:xfrm>
            <a:off x="7810500" y="1905000"/>
            <a:ext cx="3352800" cy="190500"/>
          </a:xfrm>
          <a:prstGeom prst="rect">
            <a:avLst/>
          </a:prstGeom>
          <a:noFill/>
        </p:spPr>
        <p:txBody>
          <a:bodyPr wrap="square" lIns="0" tIns="0" rIns="0" bIns="0" anchor="t" rtlCol="0">
            <a:noAutofit/>
          </a:bodyPr>
          <a:lstStyle/>
          <a:p>
            <a:pPr marL="0" indent="0" algn="l">
              <a:lnSpc>
                <a:spcPct val="105000"/>
              </a:lnSpc>
              <a:spcBef>
                <a:spcPts val="0"/>
              </a:spcBef>
              <a:spcAft>
                <a:spcPts val="0"/>
              </a:spcAft>
              <a:buNone/>
            </a:pPr>
            <a:r>
              <a:rPr lang="en-GB" sz="1200" b="1" cap="all" spc="300" dirty="0">
                <a:solidFill>
                  <a:srgbClr val="9FEF00"/>
                </a:solidFill>
                <a:latin typeface="JetBrains Mono"/>
                <a:cs typeface="JetBrains Mono"/>
              </a:rPr>
              <a:t>Up next</a:t>
            </a:r>
            <a:endParaRPr lang="en-GB" sz="1200" b="1" cap="all" spc="300" dirty="0">
              <a:solidFill>
                <a:srgbClr val="9FEF00"/>
              </a:solidFill>
              <a:latin typeface="JetBrains Mono"/>
              <a:cs typeface="JetBrains Mono"/>
            </a:endParaRPr>
          </a:p>
        </p:txBody>
      </p:sp>
      <p:sp>
        <p:nvSpPr>
          <p:cNvPr id="7" name="Next lesson"/>
          <p:cNvSpPr>
            <a:spLocks noGrp="1"/>
          </p:cNvSpPr>
          <p:nvPr>
            <p:ph type="body" idx="12" sz="quarter"/>
          </p:nvPr>
        </p:nvSpPr>
        <p:spPr>
          <a:xfrm>
            <a:off x="7810500" y="2209800"/>
            <a:ext cx="3352800" cy="857250"/>
          </a:xfrm>
        </p:spPr>
        <p:txBody>
          <a:bodyPr wrap="square" lIns="0" tIns="0" rIns="0" bIns="0" anchor="t" rtlCol="0">
            <a:normAutofit/>
          </a:bodyPr>
          <a:lstStyle>
            <a:lvl1pPr marL="0" indent="0" algn="l">
              <a:lnSpc>
                <a:spcPct val="95000"/>
              </a:lnSpc>
              <a:spcBef>
                <a:spcPts val="0"/>
              </a:spcBef>
              <a:spcAft>
                <a:spcPts val="0"/>
              </a:spcAft>
              <a:buNone/>
              <a:defRPr sz="2400" b="1" dirty="0">
                <a:solidFill>
                  <a:srgbClr val="FFFFFF"/>
                </a:solidFill>
                <a:latin typeface="+mj-lt"/>
                <a:cs typeface="+mj-lt"/>
              </a:defRPr>
            </a:lvl1pPr>
          </a:lstStyle>
          <a:p>
            <a:r>
              <a:rPr lang="en-GB" dirty="0"/>
              <a:t>Next lesson</a:t>
            </a:r>
          </a:p>
        </p:txBody>
      </p:sp>
      <p:sp>
        <p:nvSpPr>
          <p:cNvPr id="8" name="Next description"/>
          <p:cNvSpPr>
            <a:spLocks noGrp="1"/>
          </p:cNvSpPr>
          <p:nvPr>
            <p:ph type="body" idx="13" sz="quarter"/>
          </p:nvPr>
        </p:nvSpPr>
        <p:spPr>
          <a:xfrm>
            <a:off x="7810500" y="3105150"/>
            <a:ext cx="3352800" cy="628650"/>
          </a:xfrm>
        </p:spPr>
        <p:txBody>
          <a:bodyPr wrap="square" lIns="0" tIns="0" rIns="0" bIns="0" anchor="t" rtlCol="0">
            <a:normAutofit/>
          </a:bodyPr>
          <a:lstStyle>
            <a:lvl1pPr marL="0" indent="0" algn="l">
              <a:lnSpc>
                <a:spcPct val="105000"/>
              </a:lnSpc>
              <a:spcBef>
                <a:spcPts val="0"/>
              </a:spcBef>
              <a:spcAft>
                <a:spcPts val="0"/>
              </a:spcAft>
              <a:buNone/>
              <a:defRPr sz="1500" dirty="0">
                <a:solidFill>
                  <a:srgbClr val="A4B1CD"/>
                </a:solidFill>
                <a:latin typeface="+mn-lt"/>
                <a:cs typeface="+mn-lt"/>
              </a:defRPr>
            </a:lvl1pPr>
          </a:lstStyle>
          <a:p>
            <a:r>
              <a:rPr lang="en-GB" dirty="0"/>
              <a:t>One line on what it covers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Eyebrow"/>
          <p:cNvSpPr>
            <a:spLocks noGrp="1"/>
          </p:cNvSpPr>
          <p:nvPr>
            <p:ph type="body" idx="10" sz="quarter"/>
          </p:nvPr>
        </p:nvSpPr>
        <p:spPr>
          <a:xfrm>
            <a:off x="762000" y="419100"/>
            <a:ext cx="10668000" cy="228600"/>
          </a:xfrm>
        </p:spPr>
        <p:txBody>
          <a:bodyPr wrap="square" lIns="0" tIns="0" rIns="0" bIns="0" anchor="b" rtlCol="0">
            <a:normAutofit/>
          </a:bodyPr>
          <a:lstStyle>
            <a:lvl1pPr marL="0" indent="0" algn="l">
              <a:lnSpc>
                <a:spcPct val="105000"/>
              </a:lnSpc>
              <a:spcBef>
                <a:spcPts val="0"/>
              </a:spcBef>
              <a:spcAft>
                <a:spcPts val="0"/>
              </a:spcAft>
              <a:buNone/>
              <a:defRPr sz="1200" b="1" cap="all" spc="300" dirty="0">
                <a:solidFill>
                  <a:srgbClr val="9FEF00"/>
                </a:solidFill>
                <a:latin typeface="JetBrains Mono"/>
                <a:cs typeface="JetBrains Mono"/>
              </a:defRPr>
            </a:lvl1pPr>
          </a:lstStyle>
          <a:p>
            <a:r>
              <a:rPr lang="en-GB" dirty="0"/>
              <a:t>Lesson or topic</a:t>
            </a:r>
          </a:p>
        </p:txBody>
      </p:sp>
      <p:sp>
        <p:nvSpPr>
          <p:cNvPr id="3" name="Title"/>
          <p:cNvSpPr>
            <a:spLocks noGrp="1"/>
          </p:cNvSpPr>
          <p:nvPr>
            <p:ph type="title"/>
          </p:nvPr>
        </p:nvSpPr>
        <p:spPr>
          <a:xfrm>
            <a:off x="762000" y="723900"/>
            <a:ext cx="10668000" cy="762000"/>
          </a:xfrm>
        </p:spPr>
        <p:txBody>
          <a:bodyPr wrap="square" lIns="0" tIns="0" rIns="0" bIns="0" anchor="t" rtlCol="0">
            <a:normAutofit/>
          </a:bodyPr>
          <a:lstStyle>
            <a:lvl1pPr marL="0" indent="0" algn="l">
              <a:lnSpc>
                <a:spcPct val="95000"/>
              </a:lnSpc>
              <a:spcBef>
                <a:spcPts val="0"/>
              </a:spcBef>
              <a:spcAft>
                <a:spcPts val="0"/>
              </a:spcAft>
              <a:buNone/>
              <a:defRPr sz="3400" b="1" dirty="0">
                <a:solidFill>
                  <a:srgbClr val="FFFFFF"/>
                </a:solidFill>
                <a:latin typeface="+mj-lt"/>
                <a:cs typeface="+mj-lt"/>
              </a:defRPr>
            </a:lvl1pPr>
          </a:lstStyle>
          <a:p>
            <a:r>
              <a:rPr lang="en-GB" dirty="0"/>
              <a:t>Slide title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cNvSpPr>
            <a:spLocks noGrp="1"/>
          </p:cNvSpPr>
          <p:nvPr>
            <p:ph type="title"/>
          </p:nvPr>
        </p:nvSpPr>
        <p:spPr>
          <a:xfrm>
            <a:off x="762000" y="723900"/>
            <a:ext cx="10668000" cy="762000"/>
          </a:xfrm>
        </p:spPr>
        <p:txBody>
          <a:bodyPr wrap="square" lIns="0" tIns="0" rIns="0" bIns="0" anchor="t" rtlCol="0">
            <a:normAutofit/>
          </a:bodyPr>
          <a:lstStyle>
            <a:lvl1pPr marL="0" indent="0" algn="l">
              <a:lnSpc>
                <a:spcPct val="95000"/>
              </a:lnSpc>
              <a:spcBef>
                <a:spcPts val="0"/>
              </a:spcBef>
              <a:spcAft>
                <a:spcPts val="0"/>
              </a:spcAft>
              <a:buNone/>
              <a:defRPr sz="3400" b="1" dirty="0">
                <a:solidFill>
                  <a:srgbClr val="FFFFFF"/>
                </a:solidFill>
                <a:latin typeface="+mj-lt"/>
                <a:cs typeface="+mj-lt"/>
              </a:defRPr>
            </a:lvl1pPr>
          </a:lstStyle>
          <a:p>
            <a:r>
              <a:rPr lang="en-GB" dirty="0"/>
              <a:t>Slide title</a:t>
            </a:r>
          </a:p>
        </p:txBody>
      </p:sp>
      <p:sp>
        <p:nvSpPr>
          <p:cNvPr id="3" name="Content"/>
          <p:cNvSpPr>
            <a:spLocks noGrp="1"/>
          </p:cNvSpPr>
          <p:nvPr>
            <p:ph type="body" idx="1"/>
          </p:nvPr>
        </p:nvSpPr>
        <p:spPr>
          <a:xfrm>
            <a:off x="762000" y="1676400"/>
            <a:ext cx="10668000" cy="4343400"/>
          </a:xfrm>
        </p:spPr>
        <p:txBody>
          <a:bodyPr wrap="square" lIns="0" tIns="0" rIns="0" bIns="0" anchor="t" rtlCol="0">
            <a:normAutofit/>
          </a:bodyPr>
          <a:lstStyle>
            <a:lvl1pPr marL="285750" indent="-285750" algn="l">
              <a:lnSpc>
                <a:spcPct val="105000"/>
              </a:lnSpc>
              <a:spcBef>
                <a:spcPts val="1000"/>
              </a:spcBef>
              <a:spcAft>
                <a:spcPts val="0"/>
              </a:spcAft>
              <a:buClr>
                <a:srgbClr val="9FEF00"/>
              </a:buClr>
              <a:buSzPct val="60000"/>
              <a:buFont typeface="Arial"/>
              <a:buChar char="■"/>
              <a:defRPr sz="2000" dirty="0">
                <a:solidFill>
                  <a:srgbClr val="E4E9F4"/>
                </a:solidFill>
                <a:latin typeface="+mn-lt"/>
                <a:cs typeface="+mn-lt"/>
              </a:defRPr>
            </a:lvl1pPr>
            <a:lvl2pPr marL="571500" indent="-285750" algn="l">
              <a:lnSpc>
                <a:spcPct val="105000"/>
              </a:lnSpc>
              <a:spcBef>
                <a:spcPts val="1000"/>
              </a:spcBef>
              <a:spcAft>
                <a:spcPts val="0"/>
              </a:spcAft>
              <a:buClr>
                <a:srgbClr val="A4B1CD"/>
              </a:buClr>
              <a:buSzPct val="100000"/>
              <a:buFont typeface="Arial"/>
              <a:buChar char="–"/>
              <a:defRPr sz="1800" dirty="0">
                <a:solidFill>
                  <a:srgbClr val="A4B1CD"/>
                </a:solidFill>
                <a:latin typeface="+mn-lt"/>
                <a:cs typeface="+mn-lt"/>
              </a:defRPr>
            </a:lvl2pPr>
            <a:lvl3pPr marL="857250" indent="-285750" algn="l">
              <a:lnSpc>
                <a:spcPct val="105000"/>
              </a:lnSpc>
              <a:spcBef>
                <a:spcPts val="1000"/>
              </a:spcBef>
              <a:spcAft>
                <a:spcPts val="0"/>
              </a:spcAft>
              <a:buClr>
                <a:srgbClr val="A4B1CD"/>
              </a:buClr>
              <a:buSzPct val="100000"/>
              <a:buFont typeface="Arial"/>
              <a:buChar char="·"/>
              <a:defRPr sz="1800" dirty="0">
                <a:solidFill>
                  <a:srgbClr val="A4B1CD"/>
                </a:solidFill>
                <a:latin typeface="+mn-lt"/>
                <a:cs typeface="+mn-lt"/>
              </a:defRPr>
            </a:lvl3pPr>
          </a:lstStyle>
          <a:p>
            <a:r>
              <a:rPr lang="en-GB" dirty="0"/>
              <a:t>Points</a:t>
            </a:r>
          </a:p>
        </p:txBody>
      </p:sp>
      <p:sp>
        <p:nvSpPr>
          <p:cNvPr id="4" name="rect 4"/>
          <p:cNvSpPr/>
          <p:nvPr/>
        </p:nvSpPr>
        <p:spPr>
          <a:xfrm>
            <a:off x="762000" y="6305550"/>
            <a:ext cx="209550" cy="209550"/>
          </a:xfrm>
          <a:prstGeom prst="rect">
            <a:avLst/>
          </a:prstGeom>
          <a:solidFill>
            <a:srgbClr val="9FEF00"/>
          </a:solidFill>
          <a:ln>
            <a:noFill/>
          </a:ln>
        </p:spPr>
        <p:txBody>
          <a:bodyPr rtlCol="0" anchor="ctr"/>
          <a:lstStyle/>
          <a:p>
            <a:endParaRPr lang="en-GB" dirty="0"/>
          </a:p>
        </p:txBody>
      </p:sp>
      <p:sp>
        <p:nvSpPr>
          <p:cNvPr id="5" name="text 5"/>
          <p:cNvSpPr txBox="1"/>
          <p:nvPr/>
        </p:nvSpPr>
        <p:spPr>
          <a:xfrm>
            <a:off x="762000" y="6305550"/>
            <a:ext cx="209550" cy="209550"/>
          </a:xfrm>
          <a:prstGeom prst="rect">
            <a:avLst/>
          </a:prstGeom>
          <a:noFill/>
        </p:spPr>
        <p:txBody>
          <a:bodyPr wrap="square" lIns="0" tIns="0" rIns="0" bIns="0" anchor="ctr" rtlCol="0">
            <a:noAutofit/>
          </a:bodyPr>
          <a:lstStyle/>
          <a:p>
            <a:pPr marL="0" indent="0" algn="ctr">
              <a:lnSpc>
                <a:spcPct val="105000"/>
              </a:lnSpc>
              <a:spcBef>
                <a:spcPts val="0"/>
              </a:spcBef>
              <a:spcAft>
                <a:spcPts val="0"/>
              </a:spcAft>
              <a:buNone/>
            </a:pPr>
            <a:r>
              <a:rPr lang="en-GB" sz="700" b="1" dirty="0">
                <a:solidFill>
                  <a:srgbClr val="0E1A02"/>
                </a:solidFill>
                <a:latin typeface="JetBrains Mono"/>
                <a:cs typeface="JetBrains Mono"/>
              </a:rPr>
              <a:t>&gt;_</a:t>
            </a:r>
            <a:endParaRPr lang="en-GB" sz="700" b="1" dirty="0">
              <a:solidFill>
                <a:srgbClr val="0E1A02"/>
              </a:solidFill>
              <a:latin typeface="JetBrains Mono"/>
              <a:cs typeface="JetBrains Mono"/>
            </a:endParaRPr>
          </a:p>
        </p:txBody>
      </p:sp>
      <p:sp>
        <p:nvSpPr>
          <p:cNvPr id="6" name="text 6"/>
          <p:cNvSpPr txBox="1"/>
          <p:nvPr/>
        </p:nvSpPr>
        <p:spPr>
          <a:xfrm>
            <a:off x="1085850" y="6305550"/>
            <a:ext cx="2857500" cy="209550"/>
          </a:xfrm>
          <a:prstGeom prst="rect">
            <a:avLst/>
          </a:prstGeom>
          <a:noFill/>
        </p:spPr>
        <p:txBody>
          <a:bodyPr wrap="square" lIns="0" tIns="0" rIns="0" bIns="0" anchor="ctr" rtlCol="0">
            <a:noAutofit/>
          </a:bodyPr>
          <a:lstStyle/>
          <a:p>
            <a:pPr marL="0" indent="0" algn="l">
              <a:lnSpc>
                <a:spcPct val="105000"/>
              </a:lnSpc>
              <a:spcBef>
                <a:spcPts val="0"/>
              </a:spcBef>
              <a:spcAft>
                <a:spcPts val="0"/>
              </a:spcAft>
              <a:buNone/>
            </a:pPr>
            <a:r>
              <a:rPr lang="en-GB" sz="1200" b="1" dirty="0">
                <a:solidFill>
                  <a:srgbClr val="A4B1CD"/>
                </a:solidFill>
                <a:latin typeface="+mj-lt"/>
                <a:cs typeface="+mj-lt"/>
              </a:rPr>
              <a:t>Codex</a:t>
            </a:r>
            <a:endParaRPr lang="en-GB" sz="1200" b="1" dirty="0">
              <a:solidFill>
                <a:srgbClr val="A4B1CD"/>
              </a:solidFill>
              <a:latin typeface="+mj-lt"/>
              <a:cs typeface="+mj-lt"/>
            </a:endParaRPr>
          </a:p>
        </p:txBody>
      </p:sp>
      <p:sp>
        <p:nvSpPr>
          <p:cNvPr id="7" name="text 7"/>
          <p:cNvSpPr txBox="1"/>
          <p:nvPr/>
        </p:nvSpPr>
        <p:spPr>
          <a:xfrm>
            <a:off x="9906000" y="6305550"/>
            <a:ext cx="1524000" cy="209550"/>
          </a:xfrm>
          <a:prstGeom prst="rect">
            <a:avLst/>
          </a:prstGeom>
          <a:noFill/>
        </p:spPr>
        <p:txBody>
          <a:bodyPr wrap="square" lIns="0" tIns="0" rIns="0" bIns="0" anchor="ctr" rtlCol="0">
            <a:noAutofit/>
          </a:bodyPr>
          <a:lstStyle/>
          <a:p>
            <a:pPr marL="0" indent="0" algn="r">
              <a:lnSpc>
                <a:spcPct val="105000"/>
              </a:lnSpc>
              <a:spcBef>
                <a:spcPts val="0"/>
              </a:spcBef>
              <a:spcAft>
                <a:spcPts val="0"/>
              </a:spcAft>
              <a:buNone/>
            </a:pPr>
            <a:fld id="{B6F15528-21DE-4FAA-801E-634DDDAF4B2B}" type="slidenum">
              <a:rPr lang="en-GB" sz="1100" dirty="0">
                <a:solidFill>
                  <a:srgbClr val="8494B5"/>
                </a:solidFill>
                <a:latin typeface="JetBrains Mono"/>
                <a:cs typeface="JetBrains Mono"/>
              </a:rPr>
              <a:t>‹#›</a:t>
            </a:fld>
            <a:endParaRPr lang="en-GB" sz="1100" dirty="0">
              <a:solidFill>
                <a:srgbClr val="8494B5"/>
              </a:solidFill>
              <a:latin typeface="JetBrains Mono"/>
              <a:cs typeface="JetBrains Mono"/>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marL="0" indent="0" algn="l">
        <a:lnSpc>
          <a:spcPct val="95000"/>
        </a:lnSpc>
        <a:spcBef>
          <a:spcPts val="0"/>
        </a:spcBef>
        <a:spcAft>
          <a:spcPts val="0"/>
        </a:spcAft>
        <a:buNone/>
        <a:defRPr sz="3400" b="1" dirty="0">
          <a:solidFill>
            <a:srgbClr val="FFFFFF"/>
          </a:solidFill>
          <a:latin typeface="+mj-lt"/>
          <a:cs typeface="+mj-lt"/>
        </a:defRPr>
      </a:lvl1pPr>
    </p:titleStyle>
    <p:bodyStyle>
      <a:lvl1pPr marL="285750" indent="-285750" algn="l">
        <a:lnSpc>
          <a:spcPct val="105000"/>
        </a:lnSpc>
        <a:spcBef>
          <a:spcPts val="1000"/>
        </a:spcBef>
        <a:spcAft>
          <a:spcPts val="0"/>
        </a:spcAft>
        <a:buClr>
          <a:srgbClr val="9FEF00"/>
        </a:buClr>
        <a:buSzPct val="60000"/>
        <a:buFont typeface="Arial"/>
        <a:buChar char="■"/>
        <a:defRPr sz="2000" dirty="0">
          <a:solidFill>
            <a:srgbClr val="E4E9F4"/>
          </a:solidFill>
          <a:latin typeface="+mn-lt"/>
          <a:cs typeface="+mn-lt"/>
        </a:defRPr>
      </a:lvl1pPr>
      <a:lvl2pPr marL="571500" indent="-285750" algn="l">
        <a:lnSpc>
          <a:spcPct val="105000"/>
        </a:lnSpc>
        <a:spcBef>
          <a:spcPts val="1000"/>
        </a:spcBef>
        <a:spcAft>
          <a:spcPts val="0"/>
        </a:spcAft>
        <a:buClr>
          <a:srgbClr val="A4B1CD"/>
        </a:buClr>
        <a:buSzPct val="100000"/>
        <a:buFont typeface="Arial"/>
        <a:buChar char="–"/>
        <a:defRPr sz="1800" dirty="0">
          <a:solidFill>
            <a:srgbClr val="A4B1CD"/>
          </a:solidFill>
          <a:latin typeface="+mn-lt"/>
          <a:cs typeface="+mn-lt"/>
        </a:defRPr>
      </a:lvl2pPr>
      <a:lvl3pPr marL="857250" indent="-285750" algn="l">
        <a:lnSpc>
          <a:spcPct val="105000"/>
        </a:lnSpc>
        <a:spcBef>
          <a:spcPts val="1000"/>
        </a:spcBef>
        <a:spcAft>
          <a:spcPts val="0"/>
        </a:spcAft>
        <a:buClr>
          <a:srgbClr val="A4B1CD"/>
        </a:buClr>
        <a:buSzPct val="100000"/>
        <a:buFont typeface="Arial"/>
        <a:buChar char="·"/>
        <a:defRPr sz="1800" dirty="0">
          <a:solidFill>
            <a:srgbClr val="A4B1CD"/>
          </a:solidFill>
          <a:latin typeface="+mn-lt"/>
          <a:cs typeface="+mn-lt"/>
        </a:defRPr>
      </a:lvl3pPr>
    </p:bodyStyle>
    <p:otherStyle>
      <a:lvl1pPr marL="0" indent="0" algn="l">
        <a:lnSpc>
          <a:spcPct val="105000"/>
        </a:lnSpc>
        <a:spcBef>
          <a:spcPts val="0"/>
        </a:spcBef>
        <a:spcAft>
          <a:spcPts val="0"/>
        </a:spcAft>
        <a:buNone/>
        <a:defRPr sz="1800" dirty="0">
          <a:latin typeface="+mn-lt"/>
          <a:cs typeface="+mn-lt"/>
        </a:defRPr>
      </a:lvl1pPr>
      <a:lvl2pPr marL="0" indent="0" algn="l">
        <a:lnSpc>
          <a:spcPct val="105000"/>
        </a:lnSpc>
        <a:spcBef>
          <a:spcPts val="0"/>
        </a:spcBef>
        <a:spcAft>
          <a:spcPts val="0"/>
        </a:spcAft>
        <a:buNone/>
        <a:defRPr sz="1600" dirty="0">
          <a:latin typeface="+mn-lt"/>
          <a:cs typeface="+mn-lt"/>
        </a:defRPr>
      </a:lvl2pPr>
      <a:lvl3pPr marL="0" indent="0" algn="l">
        <a:lnSpc>
          <a:spcPct val="105000"/>
        </a:lnSpc>
        <a:spcBef>
          <a:spcPts val="0"/>
        </a:spcBef>
        <a:spcAft>
          <a:spcPts val="0"/>
        </a:spcAft>
        <a:buNone/>
        <a:defRPr sz="1600" dirty="0">
          <a:latin typeface="+mn-lt"/>
          <a:cs typeface="+mn-lt"/>
        </a:defRPr>
      </a:lvl3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urse"/>
          <p:cNvSpPr>
            <a:spLocks noGrp="1"/>
          </p:cNvSpPr>
          <p:nvPr>
            <p:ph type="body" idx="10" sz="quarter"/>
          </p:nvPr>
        </p:nvSpPr>
        <p:spPr/>
        <p:txBody>
          <a:bodyPr/>
          <a:lstStyle/>
          <a:p>
            <a:r>
              <a:rPr lang="en-GB" dirty="0"/>
              <a:t>Course name</a:t>
            </a:r>
            <a:endParaRPr lang="en-GB" dirty="0"/>
          </a:p>
        </p:txBody>
      </p:sp>
      <p:sp>
        <p:nvSpPr>
          <p:cNvPr id="3" name="Title"/>
          <p:cNvSpPr>
            <a:spLocks noGrp="1"/>
          </p:cNvSpPr>
          <p:nvPr>
            <p:ph type="ctrTitle"/>
          </p:nvPr>
        </p:nvSpPr>
        <p:spPr/>
        <p:txBody>
          <a:bodyPr/>
          <a:lstStyle/>
          <a:p>
            <a:r>
              <a:rPr lang="en-GB" dirty="0"/>
              <a:t>Lesson title</a:t>
            </a:r>
            <a:endParaRPr lang="en-GB" dirty="0"/>
          </a:p>
        </p:txBody>
      </p:sp>
      <p:sp>
        <p:nvSpPr>
          <p:cNvPr id="4" name="Subtitle"/>
          <p:cNvSpPr>
            <a:spLocks noGrp="1"/>
          </p:cNvSpPr>
          <p:nvPr>
            <p:ph type="subTitle" idx="1"/>
          </p:nvPr>
        </p:nvSpPr>
        <p:spPr/>
        <p:txBody>
          <a:bodyPr/>
          <a:lstStyle/>
          <a:p>
            <a:r>
              <a:rPr lang="en-GB" dirty="0"/>
              <a:t>One sentence on what learners will be able to do by the end of the lesson.</a:t>
            </a:r>
            <a:endParaRPr lang="en-GB" dirty="0"/>
          </a:p>
        </p:txBody>
      </p:sp>
      <p:sp>
        <p:nvSpPr>
          <p:cNvPr id="5" name="Details"/>
          <p:cNvSpPr>
            <a:spLocks noGrp="1"/>
          </p:cNvSpPr>
          <p:nvPr>
            <p:ph type="body" idx="11" sz="quarter"/>
          </p:nvPr>
        </p:nvSpPr>
        <p:spPr/>
        <p:txBody>
          <a:bodyPr/>
          <a:lstStyle/>
          <a:p>
            <a:r>
              <a:rPr lang="en-GB" dirty="0"/>
              <a:t>Lesson 1 · 20 minutes</a:t>
            </a:r>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umber"/>
          <p:cNvSpPr>
            <a:spLocks noGrp="1"/>
          </p:cNvSpPr>
          <p:nvPr>
            <p:ph type="body" idx="10" sz="quarter"/>
          </p:nvPr>
        </p:nvSpPr>
        <p:spPr/>
        <p:txBody>
          <a:bodyPr/>
          <a:lstStyle/>
          <a:p>
            <a:r>
              <a:rPr lang="en-GB" dirty="0"/>
              <a:t>01</a:t>
            </a:r>
            <a:endParaRPr lang="en-GB" dirty="0"/>
          </a:p>
        </p:txBody>
      </p:sp>
      <p:sp>
        <p:nvSpPr>
          <p:cNvPr id="3" name="Title"/>
          <p:cNvSpPr>
            <a:spLocks noGrp="1"/>
          </p:cNvSpPr>
          <p:nvPr>
            <p:ph type="title"/>
          </p:nvPr>
        </p:nvSpPr>
        <p:spPr/>
        <p:txBody>
          <a:bodyPr/>
          <a:lstStyle/>
          <a:p>
            <a:r>
              <a:rPr lang="en-GB" dirty="0"/>
              <a:t>Section title</a:t>
            </a:r>
            <a:endParaRPr lang="en-GB" dirty="0"/>
          </a:p>
        </p:txBody>
      </p:sp>
      <p:sp>
        <p:nvSpPr>
          <p:cNvPr id="4" name="Description"/>
          <p:cNvSpPr>
            <a:spLocks noGrp="1"/>
          </p:cNvSpPr>
          <p:nvPr>
            <p:ph type="body" idx="11" sz="quarter"/>
          </p:nvPr>
        </p:nvSpPr>
        <p:spPr/>
        <p:txBody>
          <a:bodyPr/>
          <a:lstStyle/>
          <a:p>
            <a:r>
              <a:rPr lang="en-GB" dirty="0"/>
              <a:t>A short line on what this part covers. Use a section slide where the lesson moves to a new topic, like the sections of a course.</a:t>
            </a:r>
            <a:endParaRPr lang="en-GB"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a:spLocks noGrp="1"/>
          </p:cNvSpPr>
          <p:nvPr>
            <p:ph type="body" idx="10" sz="quarter"/>
          </p:nvPr>
        </p:nvSpPr>
        <p:spPr/>
        <p:txBody>
          <a:bodyPr/>
          <a:lstStyle/>
          <a:p>
            <a:r>
              <a:rPr lang="en-GB" dirty="0"/>
              <a:t>Title and content</a:t>
            </a:r>
            <a:endParaRPr lang="en-GB" dirty="0"/>
          </a:p>
        </p:txBody>
      </p:sp>
      <p:sp>
        <p:nvSpPr>
          <p:cNvPr id="3" name="Title"/>
          <p:cNvSpPr>
            <a:spLocks noGrp="1"/>
          </p:cNvSpPr>
          <p:nvPr>
            <p:ph type="title"/>
          </p:nvPr>
        </p:nvSpPr>
        <p:spPr/>
        <p:txBody>
          <a:bodyPr/>
          <a:lstStyle/>
          <a:p>
            <a:r>
              <a:rPr lang="en-GB" dirty="0"/>
              <a:t>One idea per slide</a:t>
            </a:r>
            <a:endParaRPr lang="en-GB" dirty="0"/>
          </a:p>
        </p:txBody>
      </p:sp>
      <p:sp>
        <p:nvSpPr>
          <p:cNvPr id="4" name="Content"/>
          <p:cNvSpPr>
            <a:spLocks noGrp="1"/>
          </p:cNvSpPr>
          <p:nvPr>
            <p:ph type="body" idx="1"/>
          </p:nvPr>
        </p:nvSpPr>
        <p:spPr/>
        <p:txBody>
          <a:bodyPr/>
          <a:lstStyle/>
          <a:p>
            <a:r>
              <a:rPr lang="en-GB" dirty="0"/>
              <a:t>Say the idea in the title; the points underneath back it up</a:t>
            </a:r>
            <a:endParaRPr lang="en-GB" dirty="0"/>
          </a:p>
          <a:p>
            <a:r>
              <a:rPr lang="en-GB" dirty="0"/>
              <a:t>Three to five points, a line each</a:t>
            </a:r>
            <a:endParaRPr lang="en-GB" dirty="0"/>
          </a:p>
          <a:p>
            <a:pPr lvl="1"/>
            <a:r>
              <a:rPr lang="en-GB" dirty="0"/>
              <a:t>Press Tab for a sub-point like this one</a:t>
            </a:r>
            <a:endParaRPr lang="en-GB" dirty="0"/>
          </a:p>
          <a:p>
            <a:r>
              <a:rPr lang="en-GB" dirty="0"/>
              <a:t>Put the detail in the speaker notes, not on the slide</a:t>
            </a:r>
            <a:endParaRPr lang="en-GB" dirty="0"/>
          </a:p>
          <a:p>
            <a:r>
              <a:rPr lang="en-GB" dirty="0"/>
              <a:t>Write for defenders: how it works, what it looks like in the logs, how to stop it</a:t>
            </a:r>
            <a:endParaRPr lang="en-GB"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a:spLocks noGrp="1"/>
          </p:cNvSpPr>
          <p:nvPr>
            <p:ph type="body" idx="10" sz="quarter"/>
          </p:nvPr>
        </p:nvSpPr>
        <p:spPr/>
        <p:txBody>
          <a:bodyPr/>
          <a:lstStyle/>
          <a:p>
            <a:r>
              <a:rPr lang="en-GB" dirty="0"/>
              <a:t>Two columns</a:t>
            </a:r>
            <a:endParaRPr lang="en-GB" dirty="0"/>
          </a:p>
        </p:txBody>
      </p:sp>
      <p:sp>
        <p:nvSpPr>
          <p:cNvPr id="3" name="Title"/>
          <p:cNvSpPr>
            <a:spLocks noGrp="1"/>
          </p:cNvSpPr>
          <p:nvPr>
            <p:ph type="title"/>
          </p:nvPr>
        </p:nvSpPr>
        <p:spPr/>
        <p:txBody>
          <a:bodyPr/>
          <a:lstStyle/>
          <a:p>
            <a:r>
              <a:rPr lang="en-GB" dirty="0"/>
              <a:t>Compare two things side by side</a:t>
            </a:r>
            <a:endParaRPr lang="en-GB" dirty="0"/>
          </a:p>
        </p:txBody>
      </p:sp>
      <p:sp>
        <p:nvSpPr>
          <p:cNvPr id="4" name="Heading 1"/>
          <p:cNvSpPr>
            <a:spLocks noGrp="1"/>
          </p:cNvSpPr>
          <p:nvPr>
            <p:ph type="body" idx="12" sz="quarter"/>
          </p:nvPr>
        </p:nvSpPr>
        <p:spPr/>
        <p:txBody>
          <a:bodyPr/>
          <a:lstStyle/>
          <a:p>
            <a:r>
              <a:rPr lang="en-GB" dirty="0"/>
              <a:t>What it looks like</a:t>
            </a:r>
            <a:endParaRPr lang="en-GB" dirty="0"/>
          </a:p>
        </p:txBody>
      </p:sp>
      <p:sp>
        <p:nvSpPr>
          <p:cNvPr id="5" name="Content 1"/>
          <p:cNvSpPr>
            <a:spLocks noGrp="1"/>
          </p:cNvSpPr>
          <p:nvPr>
            <p:ph type="body" idx="13" sz="quarter"/>
          </p:nvPr>
        </p:nvSpPr>
        <p:spPr/>
        <p:txBody>
          <a:bodyPr/>
          <a:lstStyle/>
          <a:p>
            <a:r>
              <a:rPr lang="en-GB" dirty="0"/>
              <a:t>Many failed logins from one address</a:t>
            </a:r>
            <a:endParaRPr lang="en-GB" dirty="0"/>
          </a:p>
          <a:p>
            <a:r>
              <a:rPr lang="en-GB" dirty="0"/>
              <a:t>A second or two between attempts</a:t>
            </a:r>
            <a:endParaRPr lang="en-GB" dirty="0"/>
          </a:p>
          <a:p>
            <a:r>
              <a:rPr lang="en-GB" dirty="0"/>
              <a:t>Common user names tried in turn</a:t>
            </a:r>
            <a:endParaRPr lang="en-GB" dirty="0"/>
          </a:p>
        </p:txBody>
      </p:sp>
      <p:sp>
        <p:nvSpPr>
          <p:cNvPr id="6" name="Heading 2"/>
          <p:cNvSpPr>
            <a:spLocks noGrp="1"/>
          </p:cNvSpPr>
          <p:nvPr>
            <p:ph type="body" idx="14" sz="quarter"/>
          </p:nvPr>
        </p:nvSpPr>
        <p:spPr/>
        <p:txBody>
          <a:bodyPr/>
          <a:lstStyle/>
          <a:p>
            <a:r>
              <a:rPr lang="en-GB" dirty="0"/>
              <a:t>How to spot it</a:t>
            </a:r>
            <a:endParaRPr lang="en-GB" dirty="0"/>
          </a:p>
        </p:txBody>
      </p:sp>
      <p:sp>
        <p:nvSpPr>
          <p:cNvPr id="7" name="Content 2"/>
          <p:cNvSpPr>
            <a:spLocks noGrp="1"/>
          </p:cNvSpPr>
          <p:nvPr>
            <p:ph type="body" idx="15" sz="quarter"/>
          </p:nvPr>
        </p:nvSpPr>
        <p:spPr/>
        <p:txBody>
          <a:bodyPr/>
          <a:lstStyle/>
          <a:p>
            <a:r>
              <a:rPr lang="en-GB" dirty="0"/>
              <a:t>Count failures per source (event 4625 on Windows)</a:t>
            </a:r>
            <a:endParaRPr lang="en-GB" dirty="0"/>
          </a:p>
          <a:p>
            <a:r>
              <a:rPr lang="en-GB" dirty="0"/>
              <a:t>Alert above a threshold, such as 10 a minute</a:t>
            </a:r>
            <a:endParaRPr lang="en-GB" dirty="0"/>
          </a:p>
          <a:p>
            <a:r>
              <a:rPr lang="en-GB" dirty="0"/>
              <a:t>Block the address, then check for a success</a:t>
            </a:r>
            <a:endParaRPr lang="en-GB"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a:spLocks noGrp="1"/>
          </p:cNvSpPr>
          <p:nvPr>
            <p:ph type="body" idx="10" sz="quarter"/>
          </p:nvPr>
        </p:nvSpPr>
        <p:spPr/>
        <p:txBody>
          <a:bodyPr/>
          <a:lstStyle/>
          <a:p>
            <a:r>
              <a:rPr lang="en-GB" dirty="0"/>
              <a:t>Three cards</a:t>
            </a:r>
            <a:endParaRPr lang="en-GB" dirty="0"/>
          </a:p>
        </p:txBody>
      </p:sp>
      <p:sp>
        <p:nvSpPr>
          <p:cNvPr id="3" name="Title"/>
          <p:cNvSpPr>
            <a:spLocks noGrp="1"/>
          </p:cNvSpPr>
          <p:nvPr>
            <p:ph type="title"/>
          </p:nvPr>
        </p:nvSpPr>
        <p:spPr/>
        <p:txBody>
          <a:bodyPr/>
          <a:lstStyle/>
          <a:p>
            <a:r>
              <a:rPr lang="en-GB" dirty="0"/>
              <a:t>Three parts of one idea</a:t>
            </a:r>
            <a:endParaRPr lang="en-GB" dirty="0"/>
          </a:p>
        </p:txBody>
      </p:sp>
      <p:sp>
        <p:nvSpPr>
          <p:cNvPr id="4" name="Number 1"/>
          <p:cNvSpPr>
            <a:spLocks noGrp="1"/>
          </p:cNvSpPr>
          <p:nvPr>
            <p:ph type="body" idx="12" sz="quarter"/>
          </p:nvPr>
        </p:nvSpPr>
        <p:spPr/>
        <p:txBody>
          <a:bodyPr/>
          <a:lstStyle/>
          <a:p>
            <a:r>
              <a:rPr lang="en-GB" dirty="0"/>
              <a:t>01</a:t>
            </a:r>
            <a:endParaRPr lang="en-GB" dirty="0"/>
          </a:p>
        </p:txBody>
      </p:sp>
      <p:sp>
        <p:nvSpPr>
          <p:cNvPr id="5" name="Heading 1"/>
          <p:cNvSpPr>
            <a:spLocks noGrp="1"/>
          </p:cNvSpPr>
          <p:nvPr>
            <p:ph type="body" idx="13" sz="quarter"/>
          </p:nvPr>
        </p:nvSpPr>
        <p:spPr/>
        <p:txBody>
          <a:bodyPr/>
          <a:lstStyle/>
          <a:p>
            <a:r>
              <a:rPr lang="en-GB" dirty="0"/>
              <a:t>Confidentiality</a:t>
            </a:r>
            <a:endParaRPr lang="en-GB" dirty="0"/>
          </a:p>
        </p:txBody>
      </p:sp>
      <p:sp>
        <p:nvSpPr>
          <p:cNvPr id="6" name="Text 1"/>
          <p:cNvSpPr>
            <a:spLocks noGrp="1"/>
          </p:cNvSpPr>
          <p:nvPr>
            <p:ph type="body" idx="14" sz="quarter"/>
          </p:nvPr>
        </p:nvSpPr>
        <p:spPr/>
        <p:txBody>
          <a:bodyPr/>
          <a:lstStyle/>
          <a:p>
            <a:r>
              <a:rPr lang="en-GB" dirty="0"/>
              <a:t>Only the right people can read the data. Encryption and access control keep it that way.</a:t>
            </a:r>
            <a:endParaRPr lang="en-GB" dirty="0"/>
          </a:p>
        </p:txBody>
      </p:sp>
      <p:sp>
        <p:nvSpPr>
          <p:cNvPr id="7" name="Number 2"/>
          <p:cNvSpPr>
            <a:spLocks noGrp="1"/>
          </p:cNvSpPr>
          <p:nvPr>
            <p:ph type="body" idx="15" sz="quarter"/>
          </p:nvPr>
        </p:nvSpPr>
        <p:spPr/>
        <p:txBody>
          <a:bodyPr/>
          <a:lstStyle/>
          <a:p>
            <a:r>
              <a:rPr lang="en-GB" dirty="0"/>
              <a:t>02</a:t>
            </a:r>
            <a:endParaRPr lang="en-GB" dirty="0"/>
          </a:p>
        </p:txBody>
      </p:sp>
      <p:sp>
        <p:nvSpPr>
          <p:cNvPr id="8" name="Heading 2"/>
          <p:cNvSpPr>
            <a:spLocks noGrp="1"/>
          </p:cNvSpPr>
          <p:nvPr>
            <p:ph type="body" idx="16" sz="quarter"/>
          </p:nvPr>
        </p:nvSpPr>
        <p:spPr/>
        <p:txBody>
          <a:bodyPr/>
          <a:lstStyle/>
          <a:p>
            <a:r>
              <a:rPr lang="en-GB" dirty="0"/>
              <a:t>Integrity</a:t>
            </a:r>
            <a:endParaRPr lang="en-GB" dirty="0"/>
          </a:p>
        </p:txBody>
      </p:sp>
      <p:sp>
        <p:nvSpPr>
          <p:cNvPr id="9" name="Text 2"/>
          <p:cNvSpPr>
            <a:spLocks noGrp="1"/>
          </p:cNvSpPr>
          <p:nvPr>
            <p:ph type="body" idx="17" sz="quarter"/>
          </p:nvPr>
        </p:nvSpPr>
        <p:spPr/>
        <p:txBody>
          <a:bodyPr/>
          <a:lstStyle/>
          <a:p>
            <a:r>
              <a:rPr lang="en-GB" dirty="0"/>
              <a:t>Nobody can change the data unnoticed. Hashes and signatures show when it has been.</a:t>
            </a:r>
            <a:endParaRPr lang="en-GB" dirty="0"/>
          </a:p>
        </p:txBody>
      </p:sp>
      <p:sp>
        <p:nvSpPr>
          <p:cNvPr id="10" name="Number 3"/>
          <p:cNvSpPr>
            <a:spLocks noGrp="1"/>
          </p:cNvSpPr>
          <p:nvPr>
            <p:ph type="body" idx="18" sz="quarter"/>
          </p:nvPr>
        </p:nvSpPr>
        <p:spPr/>
        <p:txBody>
          <a:bodyPr/>
          <a:lstStyle/>
          <a:p>
            <a:r>
              <a:rPr lang="en-GB" dirty="0"/>
              <a:t>03</a:t>
            </a:r>
            <a:endParaRPr lang="en-GB" dirty="0"/>
          </a:p>
        </p:txBody>
      </p:sp>
      <p:sp>
        <p:nvSpPr>
          <p:cNvPr id="11" name="Heading 3"/>
          <p:cNvSpPr>
            <a:spLocks noGrp="1"/>
          </p:cNvSpPr>
          <p:nvPr>
            <p:ph type="body" idx="19" sz="quarter"/>
          </p:nvPr>
        </p:nvSpPr>
        <p:spPr/>
        <p:txBody>
          <a:bodyPr/>
          <a:lstStyle/>
          <a:p>
            <a:r>
              <a:rPr lang="en-GB" dirty="0"/>
              <a:t>Availability</a:t>
            </a:r>
            <a:endParaRPr lang="en-GB" dirty="0"/>
          </a:p>
        </p:txBody>
      </p:sp>
      <p:sp>
        <p:nvSpPr>
          <p:cNvPr id="12" name="Text 3"/>
          <p:cNvSpPr>
            <a:spLocks noGrp="1"/>
          </p:cNvSpPr>
          <p:nvPr>
            <p:ph type="body" idx="20" sz="quarter"/>
          </p:nvPr>
        </p:nvSpPr>
        <p:spPr/>
        <p:txBody>
          <a:bodyPr/>
          <a:lstStyle/>
          <a:p>
            <a:r>
              <a:rPr lang="en-GB" dirty="0"/>
              <a:t>The data is there when it's needed. Backups and spare capacity keep it there.</a:t>
            </a:r>
            <a:endParaRPr lang="en-GB"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a:spLocks noGrp="1"/>
          </p:cNvSpPr>
          <p:nvPr>
            <p:ph type="body" idx="10" sz="quarter"/>
          </p:nvPr>
        </p:nvSpPr>
        <p:spPr/>
        <p:txBody>
          <a:bodyPr/>
          <a:lstStyle/>
          <a:p>
            <a:r>
              <a:rPr lang="en-GB" dirty="0"/>
              <a:t>Terminal</a:t>
            </a:r>
            <a:endParaRPr lang="en-GB" dirty="0"/>
          </a:p>
        </p:txBody>
      </p:sp>
      <p:sp>
        <p:nvSpPr>
          <p:cNvPr id="3" name="Title"/>
          <p:cNvSpPr>
            <a:spLocks noGrp="1"/>
          </p:cNvSpPr>
          <p:nvPr>
            <p:ph type="title"/>
          </p:nvPr>
        </p:nvSpPr>
        <p:spPr/>
        <p:txBody>
          <a:bodyPr/>
          <a:lstStyle/>
          <a:p>
            <a:r>
              <a:rPr lang="en-GB" dirty="0"/>
              <a:t>Show a command and its output</a:t>
            </a:r>
            <a:endParaRPr lang="en-GB" dirty="0"/>
          </a:p>
        </p:txBody>
      </p:sp>
      <p:sp>
        <p:nvSpPr>
          <p:cNvPr id="4" name="Window title"/>
          <p:cNvSpPr>
            <a:spLocks noGrp="1"/>
          </p:cNvSpPr>
          <p:nvPr>
            <p:ph type="body" idx="12" sz="quarter"/>
          </p:nvPr>
        </p:nvSpPr>
        <p:spPr/>
        <p:txBody>
          <a:bodyPr/>
          <a:lstStyle/>
          <a:p>
            <a:r>
              <a:rPr lang="en-GB" dirty="0"/>
              <a:t>learner@codex: ~</a:t>
            </a:r>
            <a:endParaRPr lang="en-GB" dirty="0"/>
          </a:p>
        </p:txBody>
      </p:sp>
      <p:sp>
        <p:nvSpPr>
          <p:cNvPr id="5" name="Commands"/>
          <p:cNvSpPr>
            <a:spLocks noGrp="1"/>
          </p:cNvSpPr>
          <p:nvPr>
            <p:ph type="body" idx="13" sz="quarter"/>
          </p:nvPr>
        </p:nvSpPr>
        <p:spPr/>
        <p:txBody>
          <a:bodyPr/>
          <a:lstStyle/>
          <a:p>
            <a:r>
              <a:rPr lang="en-GB" b="1" dirty="0">
                <a:solidFill>
                  <a:srgbClr val="9FEF00"/>
                </a:solidFill>
              </a:rPr>
              <a:t xml:space="preserve">$ </a:t>
            </a:r>
            <a:r>
              <a:rPr lang="en-GB" dirty="0"/>
              <a:t>ss -tlnp</a:t>
            </a:r>
            <a:endParaRPr lang="en-GB" dirty="0"/>
          </a:p>
          <a:p>
            <a:r>
              <a:rPr lang="en-GB" dirty="0">
                <a:solidFill>
                  <a:srgbClr val="A4B1CD"/>
                </a:solidFill>
              </a:rPr>
              <a:t>State   Local Address:Port   Process</a:t>
            </a:r>
            <a:endParaRPr lang="en-GB" dirty="0"/>
          </a:p>
          <a:p>
            <a:r>
              <a:rPr lang="en-GB" dirty="0"/>
              <a:t>LISTEN  0.0.0.0:22            sshd</a:t>
            </a:r>
            <a:endParaRPr lang="en-GB" dirty="0"/>
          </a:p>
          <a:p>
            <a:r>
              <a:rPr lang="en-GB" dirty="0"/>
              <a:t>LISTEN  127.0.0.1:5432        postgres</a:t>
            </a:r>
            <a:endParaRPr lang="en-GB" dirty="0"/>
          </a:p>
          <a:p>
            <a:r>
              <a:rPr lang="en-GB" dirty="0">
                <a:solidFill>
                  <a:srgbClr val="FFAF00"/>
                </a:solidFill>
              </a:rPr>
              <a:t>LISTEN  0.0.0.0:8080          python3</a:t>
            </a:r>
            <a:endParaRPr lang="en-GB" dirty="0"/>
          </a:p>
          <a:p>
            <a:r>
              <a:rPr lang="en-GB" b="1" dirty="0">
                <a:solidFill>
                  <a:srgbClr val="9FEF00"/>
                </a:solidFill>
              </a:rPr>
              <a:t xml:space="preserve">$ </a:t>
            </a:r>
            <a:endParaRPr lang="en-GB" dirty="0"/>
          </a:p>
        </p:txBody>
      </p:sp>
      <p:sp>
        <p:nvSpPr>
          <p:cNvPr id="6" name="Explanation"/>
          <p:cNvSpPr>
            <a:spLocks noGrp="1"/>
          </p:cNvSpPr>
          <p:nvPr>
            <p:ph type="body" idx="14" sz="quarter"/>
          </p:nvPr>
        </p:nvSpPr>
        <p:spPr/>
        <p:txBody>
          <a:bodyPr/>
          <a:lstStyle/>
          <a:p>
            <a:r>
              <a:rPr lang="en-GB" dirty="0"/>
              <a:t>Which programs are listening, and on which ports</a:t>
            </a:r>
            <a:endParaRPr lang="en-GB" dirty="0"/>
          </a:p>
          <a:p>
            <a:r>
              <a:rPr lang="en-GB" dirty="0"/>
              <a:t>0.0.0.0 means every network; 127.0.0.1 only this computer</a:t>
            </a:r>
            <a:endParaRPr lang="en-GB" dirty="0"/>
          </a:p>
          <a:p>
            <a:r>
              <a:rPr lang="en-GB" dirty="0"/>
              <a:t>Highlight the line that matters: here, an unexpected web server</a:t>
            </a:r>
            <a:endParaRPr lang="en-GB"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a:spLocks noGrp="1"/>
          </p:cNvSpPr>
          <p:nvPr>
            <p:ph type="body" idx="10" sz="quarter"/>
          </p:nvPr>
        </p:nvSpPr>
        <p:spPr/>
        <p:txBody>
          <a:bodyPr/>
          <a:lstStyle/>
          <a:p>
            <a:r>
              <a:rPr lang="en-GB" dirty="0"/>
              <a:t>Title only</a:t>
            </a:r>
            <a:endParaRPr lang="en-GB" dirty="0"/>
          </a:p>
        </p:txBody>
      </p:sp>
      <p:sp>
        <p:nvSpPr>
          <p:cNvPr id="3" name="Title"/>
          <p:cNvSpPr>
            <a:spLocks noGrp="1"/>
          </p:cNvSpPr>
          <p:nvPr>
            <p:ph type="title"/>
          </p:nvPr>
        </p:nvSpPr>
        <p:spPr/>
        <p:txBody>
          <a:bodyPr/>
          <a:lstStyle/>
          <a:p>
            <a:r>
              <a:rPr lang="en-GB" dirty="0"/>
              <a:t>Draw a diagram with shapes</a:t>
            </a:r>
            <a:endParaRPr lang="en-GB" dirty="0"/>
          </a:p>
        </p:txBody>
      </p:sp>
      <p:sp>
        <p:nvSpPr>
          <p:cNvPr id="4" name="rect 4"/>
          <p:cNvSpPr/>
          <p:nvPr/>
        </p:nvSpPr>
        <p:spPr>
          <a:xfrm>
            <a:off x="762000" y="2247900"/>
            <a:ext cx="2095500" cy="990600"/>
          </a:xfrm>
          <a:prstGeom prst="rect">
            <a:avLst/>
          </a:prstGeom>
          <a:solidFill>
            <a:srgbClr val="202C3F"/>
          </a:solidFill>
          <a:ln w="19050">
            <a:solidFill>
              <a:srgbClr val="52627F"/>
            </a:solidFill>
          </a:ln>
        </p:spPr>
        <p:txBody>
          <a:bodyPr rtlCol="0" anchor="ctr"/>
          <a:lstStyle/>
          <a:p>
            <a:endParaRPr lang="en-GB" dirty="0"/>
          </a:p>
        </p:txBody>
      </p:sp>
      <p:sp>
        <p:nvSpPr>
          <p:cNvPr id="5" name="text 5"/>
          <p:cNvSpPr txBox="1"/>
          <p:nvPr/>
        </p:nvSpPr>
        <p:spPr>
          <a:xfrm>
            <a:off x="933450" y="2381250"/>
            <a:ext cx="1752600" cy="171450"/>
          </a:xfrm>
          <a:prstGeom prst="rect">
            <a:avLst/>
          </a:prstGeom>
          <a:noFill/>
        </p:spPr>
        <p:txBody>
          <a:bodyPr wrap="square" lIns="0" tIns="0" rIns="0" bIns="0" anchor="t" rtlCol="0">
            <a:noAutofit/>
          </a:bodyPr>
          <a:lstStyle/>
          <a:p>
            <a:pPr marL="0" indent="0" algn="l">
              <a:lnSpc>
                <a:spcPct val="105000"/>
              </a:lnSpc>
              <a:spcBef>
                <a:spcPts val="0"/>
              </a:spcBef>
              <a:spcAft>
                <a:spcPts val="0"/>
              </a:spcAft>
              <a:buNone/>
            </a:pPr>
            <a:r>
              <a:rPr lang="en-GB" sz="1000" b="1" cap="all" spc="100" dirty="0">
                <a:solidFill>
                  <a:srgbClr val="8494B5"/>
                </a:solidFill>
                <a:latin typeface="JetBrains Mono"/>
                <a:cs typeface="JetBrains Mono"/>
              </a:rPr>
              <a:t>WAN</a:t>
            </a:r>
            <a:endParaRPr lang="en-GB" sz="1000" b="1" cap="all" spc="100" dirty="0">
              <a:solidFill>
                <a:srgbClr val="8494B5"/>
              </a:solidFill>
              <a:latin typeface="JetBrains Mono"/>
              <a:cs typeface="JetBrains Mono"/>
            </a:endParaRPr>
          </a:p>
        </p:txBody>
      </p:sp>
      <p:sp>
        <p:nvSpPr>
          <p:cNvPr id="6" name="text 6"/>
          <p:cNvSpPr txBox="1"/>
          <p:nvPr/>
        </p:nvSpPr>
        <p:spPr>
          <a:xfrm>
            <a:off x="933450" y="2590800"/>
            <a:ext cx="1752600" cy="285750"/>
          </a:xfrm>
          <a:prstGeom prst="rect">
            <a:avLst/>
          </a:prstGeom>
          <a:noFill/>
        </p:spPr>
        <p:txBody>
          <a:bodyPr wrap="square" lIns="0" tIns="0" rIns="0" bIns="0" anchor="t" rtlCol="0">
            <a:noAutofit/>
          </a:bodyPr>
          <a:lstStyle/>
          <a:p>
            <a:pPr marL="0" indent="0" algn="l">
              <a:lnSpc>
                <a:spcPct val="105000"/>
              </a:lnSpc>
              <a:spcBef>
                <a:spcPts val="0"/>
              </a:spcBef>
              <a:spcAft>
                <a:spcPts val="0"/>
              </a:spcAft>
              <a:buNone/>
            </a:pPr>
            <a:r>
              <a:rPr lang="en-GB" sz="1800" b="1" dirty="0">
                <a:solidFill>
                  <a:srgbClr val="E4E9F4"/>
                </a:solidFill>
                <a:latin typeface="JetBrains Mono"/>
                <a:cs typeface="JetBrains Mono"/>
              </a:rPr>
              <a:t>Internet</a:t>
            </a:r>
            <a:endParaRPr lang="en-GB" sz="1800" b="1" dirty="0">
              <a:solidFill>
                <a:srgbClr val="E4E9F4"/>
              </a:solidFill>
              <a:latin typeface="JetBrains Mono"/>
              <a:cs typeface="JetBrains Mono"/>
            </a:endParaRPr>
          </a:p>
        </p:txBody>
      </p:sp>
      <p:sp>
        <p:nvSpPr>
          <p:cNvPr id="7" name="text 7"/>
          <p:cNvSpPr txBox="1"/>
          <p:nvPr/>
        </p:nvSpPr>
        <p:spPr>
          <a:xfrm>
            <a:off x="933450" y="2914650"/>
            <a:ext cx="1752600" cy="190500"/>
          </a:xfrm>
          <a:prstGeom prst="rect">
            <a:avLst/>
          </a:prstGeom>
          <a:noFill/>
        </p:spPr>
        <p:txBody>
          <a:bodyPr wrap="square" lIns="0" tIns="0" rIns="0" bIns="0" anchor="t" rtlCol="0">
            <a:noAutofit/>
          </a:bodyPr>
          <a:lstStyle/>
          <a:p>
            <a:pPr marL="0" indent="0" algn="l">
              <a:lnSpc>
                <a:spcPct val="105000"/>
              </a:lnSpc>
              <a:spcBef>
                <a:spcPts val="0"/>
              </a:spcBef>
              <a:spcAft>
                <a:spcPts val="0"/>
              </a:spcAft>
              <a:buNone/>
            </a:pPr>
            <a:r>
              <a:rPr lang="en-GB" sz="1200" dirty="0">
                <a:solidFill>
                  <a:srgbClr val="A4B1CD"/>
                </a:solidFill>
                <a:latin typeface="JetBrains Mono"/>
                <a:cs typeface="JetBrains Mono"/>
              </a:rPr>
              <a:t>0.0.0.0/0</a:t>
            </a:r>
            <a:endParaRPr lang="en-GB" sz="1200" dirty="0">
              <a:solidFill>
                <a:srgbClr val="A4B1CD"/>
              </a:solidFill>
              <a:latin typeface="JetBrains Mono"/>
              <a:cs typeface="JetBrains Mono"/>
            </a:endParaRPr>
          </a:p>
        </p:txBody>
      </p:sp>
      <p:cxnSp>
        <p:nvCxnSpPr>
          <p:cNvPr id="8" name="Arrow 8"/>
          <p:cNvCxnSpPr/>
          <p:nvPr/>
        </p:nvCxnSpPr>
        <p:spPr>
          <a:xfrm>
            <a:off x="2857500" y="2743200"/>
            <a:ext cx="1047750" cy="0"/>
          </a:xfrm>
          <a:prstGeom prst="straightConnector1">
            <a:avLst/>
          </a:prstGeom>
          <a:ln w="19050">
            <a:solidFill>
              <a:srgbClr val="8494B5"/>
            </a:solidFill>
            <a:tailEnd type="triangle" w="lg" len="lg"/>
          </a:ln>
        </p:spPr>
      </p:cxnSp>
      <p:sp>
        <p:nvSpPr>
          <p:cNvPr id="9" name="rect 9"/>
          <p:cNvSpPr/>
          <p:nvPr/>
        </p:nvSpPr>
        <p:spPr>
          <a:xfrm>
            <a:off x="3905250" y="2247900"/>
            <a:ext cx="2095500" cy="990600"/>
          </a:xfrm>
          <a:prstGeom prst="rect">
            <a:avLst/>
          </a:prstGeom>
          <a:solidFill>
            <a:srgbClr val="202C3F"/>
          </a:solidFill>
          <a:ln w="19050">
            <a:solidFill>
              <a:srgbClr val="9FEF00"/>
            </a:solidFill>
          </a:ln>
        </p:spPr>
        <p:txBody>
          <a:bodyPr rtlCol="0" anchor="ctr"/>
          <a:lstStyle/>
          <a:p>
            <a:endParaRPr lang="en-GB" dirty="0"/>
          </a:p>
        </p:txBody>
      </p:sp>
      <p:sp>
        <p:nvSpPr>
          <p:cNvPr id="10" name="text 10"/>
          <p:cNvSpPr txBox="1"/>
          <p:nvPr/>
        </p:nvSpPr>
        <p:spPr>
          <a:xfrm>
            <a:off x="4076700" y="2381250"/>
            <a:ext cx="1752600" cy="171450"/>
          </a:xfrm>
          <a:prstGeom prst="rect">
            <a:avLst/>
          </a:prstGeom>
          <a:noFill/>
        </p:spPr>
        <p:txBody>
          <a:bodyPr wrap="square" lIns="0" tIns="0" rIns="0" bIns="0" anchor="t" rtlCol="0">
            <a:noAutofit/>
          </a:bodyPr>
          <a:lstStyle/>
          <a:p>
            <a:pPr marL="0" indent="0" algn="l">
              <a:lnSpc>
                <a:spcPct val="105000"/>
              </a:lnSpc>
              <a:spcBef>
                <a:spcPts val="0"/>
              </a:spcBef>
              <a:spcAft>
                <a:spcPts val="0"/>
              </a:spcAft>
              <a:buNone/>
            </a:pPr>
            <a:r>
              <a:rPr lang="en-GB" sz="1000" b="1" cap="all" spc="100" dirty="0">
                <a:solidFill>
                  <a:srgbClr val="8494B5"/>
                </a:solidFill>
                <a:latin typeface="JetBrains Mono"/>
                <a:cs typeface="JetBrains Mono"/>
              </a:rPr>
              <a:t>Firewall</a:t>
            </a:r>
            <a:endParaRPr lang="en-GB" sz="1000" b="1" cap="all" spc="100" dirty="0">
              <a:solidFill>
                <a:srgbClr val="8494B5"/>
              </a:solidFill>
              <a:latin typeface="JetBrains Mono"/>
              <a:cs typeface="JetBrains Mono"/>
            </a:endParaRPr>
          </a:p>
        </p:txBody>
      </p:sp>
      <p:sp>
        <p:nvSpPr>
          <p:cNvPr id="11" name="text 11"/>
          <p:cNvSpPr txBox="1"/>
          <p:nvPr/>
        </p:nvSpPr>
        <p:spPr>
          <a:xfrm>
            <a:off x="4076700" y="2590800"/>
            <a:ext cx="1752600" cy="285750"/>
          </a:xfrm>
          <a:prstGeom prst="rect">
            <a:avLst/>
          </a:prstGeom>
          <a:noFill/>
        </p:spPr>
        <p:txBody>
          <a:bodyPr wrap="square" lIns="0" tIns="0" rIns="0" bIns="0" anchor="t" rtlCol="0">
            <a:noAutofit/>
          </a:bodyPr>
          <a:lstStyle/>
          <a:p>
            <a:pPr marL="0" indent="0" algn="l">
              <a:lnSpc>
                <a:spcPct val="105000"/>
              </a:lnSpc>
              <a:spcBef>
                <a:spcPts val="0"/>
              </a:spcBef>
              <a:spcAft>
                <a:spcPts val="0"/>
              </a:spcAft>
              <a:buNone/>
            </a:pPr>
            <a:r>
              <a:rPr lang="en-GB" sz="1800" b="1" dirty="0">
                <a:solidFill>
                  <a:srgbClr val="E4E9F4"/>
                </a:solidFill>
                <a:latin typeface="JetBrains Mono"/>
                <a:cs typeface="JetBrains Mono"/>
              </a:rPr>
              <a:t>fw01</a:t>
            </a:r>
            <a:endParaRPr lang="en-GB" sz="1800" b="1" dirty="0">
              <a:solidFill>
                <a:srgbClr val="E4E9F4"/>
              </a:solidFill>
              <a:latin typeface="JetBrains Mono"/>
              <a:cs typeface="JetBrains Mono"/>
            </a:endParaRPr>
          </a:p>
        </p:txBody>
      </p:sp>
      <p:sp>
        <p:nvSpPr>
          <p:cNvPr id="12" name="text 12"/>
          <p:cNvSpPr txBox="1"/>
          <p:nvPr/>
        </p:nvSpPr>
        <p:spPr>
          <a:xfrm>
            <a:off x="4076700" y="2914650"/>
            <a:ext cx="1752600" cy="190500"/>
          </a:xfrm>
          <a:prstGeom prst="rect">
            <a:avLst/>
          </a:prstGeom>
          <a:noFill/>
        </p:spPr>
        <p:txBody>
          <a:bodyPr wrap="square" lIns="0" tIns="0" rIns="0" bIns="0" anchor="t" rtlCol="0">
            <a:noAutofit/>
          </a:bodyPr>
          <a:lstStyle/>
          <a:p>
            <a:pPr marL="0" indent="0" algn="l">
              <a:lnSpc>
                <a:spcPct val="105000"/>
              </a:lnSpc>
              <a:spcBef>
                <a:spcPts val="0"/>
              </a:spcBef>
              <a:spcAft>
                <a:spcPts val="0"/>
              </a:spcAft>
              <a:buNone/>
            </a:pPr>
            <a:r>
              <a:rPr lang="en-GB" sz="1200" dirty="0">
                <a:solidFill>
                  <a:srgbClr val="A4B1CD"/>
                </a:solidFill>
                <a:latin typeface="JetBrains Mono"/>
                <a:cs typeface="JetBrains Mono"/>
              </a:rPr>
              <a:t>192.0.2.1</a:t>
            </a:r>
            <a:endParaRPr lang="en-GB" sz="1200" dirty="0">
              <a:solidFill>
                <a:srgbClr val="A4B1CD"/>
              </a:solidFill>
              <a:latin typeface="JetBrains Mono"/>
              <a:cs typeface="JetBrains Mono"/>
            </a:endParaRPr>
          </a:p>
        </p:txBody>
      </p:sp>
      <p:cxnSp>
        <p:nvCxnSpPr>
          <p:cNvPr id="13" name="Arrow 13"/>
          <p:cNvCxnSpPr/>
          <p:nvPr/>
        </p:nvCxnSpPr>
        <p:spPr>
          <a:xfrm>
            <a:off x="6000750" y="2743200"/>
            <a:ext cx="1047750" cy="0"/>
          </a:xfrm>
          <a:prstGeom prst="straightConnector1">
            <a:avLst/>
          </a:prstGeom>
          <a:ln w="19050">
            <a:solidFill>
              <a:srgbClr val="8494B5"/>
            </a:solidFill>
            <a:tailEnd type="triangle" w="lg" len="lg"/>
          </a:ln>
        </p:spPr>
      </p:cxnSp>
      <p:sp>
        <p:nvSpPr>
          <p:cNvPr id="14" name="rect 14"/>
          <p:cNvSpPr/>
          <p:nvPr/>
        </p:nvSpPr>
        <p:spPr>
          <a:xfrm>
            <a:off x="7048500" y="2247900"/>
            <a:ext cx="2095500" cy="990600"/>
          </a:xfrm>
          <a:prstGeom prst="rect">
            <a:avLst/>
          </a:prstGeom>
          <a:solidFill>
            <a:srgbClr val="202C3F"/>
          </a:solidFill>
          <a:ln w="19050">
            <a:solidFill>
              <a:srgbClr val="52627F"/>
            </a:solidFill>
          </a:ln>
        </p:spPr>
        <p:txBody>
          <a:bodyPr rtlCol="0" anchor="ctr"/>
          <a:lstStyle/>
          <a:p>
            <a:endParaRPr lang="en-GB" dirty="0"/>
          </a:p>
        </p:txBody>
      </p:sp>
      <p:sp>
        <p:nvSpPr>
          <p:cNvPr id="15" name="text 15"/>
          <p:cNvSpPr txBox="1"/>
          <p:nvPr/>
        </p:nvSpPr>
        <p:spPr>
          <a:xfrm>
            <a:off x="7219950" y="2381250"/>
            <a:ext cx="1752600" cy="171450"/>
          </a:xfrm>
          <a:prstGeom prst="rect">
            <a:avLst/>
          </a:prstGeom>
          <a:noFill/>
        </p:spPr>
        <p:txBody>
          <a:bodyPr wrap="square" lIns="0" tIns="0" rIns="0" bIns="0" anchor="t" rtlCol="0">
            <a:noAutofit/>
          </a:bodyPr>
          <a:lstStyle/>
          <a:p>
            <a:pPr marL="0" indent="0" algn="l">
              <a:lnSpc>
                <a:spcPct val="105000"/>
              </a:lnSpc>
              <a:spcBef>
                <a:spcPts val="0"/>
              </a:spcBef>
              <a:spcAft>
                <a:spcPts val="0"/>
              </a:spcAft>
              <a:buNone/>
            </a:pPr>
            <a:r>
              <a:rPr lang="en-GB" sz="1000" b="1" cap="all" spc="100" dirty="0">
                <a:solidFill>
                  <a:srgbClr val="8494B5"/>
                </a:solidFill>
                <a:latin typeface="JetBrains Mono"/>
                <a:cs typeface="JetBrains Mono"/>
              </a:rPr>
              <a:t>Web server</a:t>
            </a:r>
            <a:endParaRPr lang="en-GB" sz="1000" b="1" cap="all" spc="100" dirty="0">
              <a:solidFill>
                <a:srgbClr val="8494B5"/>
              </a:solidFill>
              <a:latin typeface="JetBrains Mono"/>
              <a:cs typeface="JetBrains Mono"/>
            </a:endParaRPr>
          </a:p>
        </p:txBody>
      </p:sp>
      <p:sp>
        <p:nvSpPr>
          <p:cNvPr id="16" name="text 16"/>
          <p:cNvSpPr txBox="1"/>
          <p:nvPr/>
        </p:nvSpPr>
        <p:spPr>
          <a:xfrm>
            <a:off x="7219950" y="2590800"/>
            <a:ext cx="1752600" cy="285750"/>
          </a:xfrm>
          <a:prstGeom prst="rect">
            <a:avLst/>
          </a:prstGeom>
          <a:noFill/>
        </p:spPr>
        <p:txBody>
          <a:bodyPr wrap="square" lIns="0" tIns="0" rIns="0" bIns="0" anchor="t" rtlCol="0">
            <a:noAutofit/>
          </a:bodyPr>
          <a:lstStyle/>
          <a:p>
            <a:pPr marL="0" indent="0" algn="l">
              <a:lnSpc>
                <a:spcPct val="105000"/>
              </a:lnSpc>
              <a:spcBef>
                <a:spcPts val="0"/>
              </a:spcBef>
              <a:spcAft>
                <a:spcPts val="0"/>
              </a:spcAft>
              <a:buNone/>
            </a:pPr>
            <a:r>
              <a:rPr lang="en-GB" sz="1800" b="1" dirty="0">
                <a:solidFill>
                  <a:srgbClr val="E4E9F4"/>
                </a:solidFill>
                <a:latin typeface="JetBrains Mono"/>
                <a:cs typeface="JetBrains Mono"/>
              </a:rPr>
              <a:t>web01</a:t>
            </a:r>
            <a:endParaRPr lang="en-GB" sz="1800" b="1" dirty="0">
              <a:solidFill>
                <a:srgbClr val="E4E9F4"/>
              </a:solidFill>
              <a:latin typeface="JetBrains Mono"/>
              <a:cs typeface="JetBrains Mono"/>
            </a:endParaRPr>
          </a:p>
        </p:txBody>
      </p:sp>
      <p:sp>
        <p:nvSpPr>
          <p:cNvPr id="17" name="text 17"/>
          <p:cNvSpPr txBox="1"/>
          <p:nvPr/>
        </p:nvSpPr>
        <p:spPr>
          <a:xfrm>
            <a:off x="7219950" y="2914650"/>
            <a:ext cx="1752600" cy="190500"/>
          </a:xfrm>
          <a:prstGeom prst="rect">
            <a:avLst/>
          </a:prstGeom>
          <a:noFill/>
        </p:spPr>
        <p:txBody>
          <a:bodyPr wrap="square" lIns="0" tIns="0" rIns="0" bIns="0" anchor="t" rtlCol="0">
            <a:noAutofit/>
          </a:bodyPr>
          <a:lstStyle/>
          <a:p>
            <a:pPr marL="0" indent="0" algn="l">
              <a:lnSpc>
                <a:spcPct val="105000"/>
              </a:lnSpc>
              <a:spcBef>
                <a:spcPts val="0"/>
              </a:spcBef>
              <a:spcAft>
                <a:spcPts val="0"/>
              </a:spcAft>
              <a:buNone/>
            </a:pPr>
            <a:r>
              <a:rPr lang="en-GB" sz="1200" dirty="0">
                <a:solidFill>
                  <a:srgbClr val="A4B1CD"/>
                </a:solidFill>
                <a:latin typeface="JetBrains Mono"/>
                <a:cs typeface="JetBrains Mono"/>
              </a:rPr>
              <a:t>198.51.100.20</a:t>
            </a:r>
            <a:endParaRPr lang="en-GB" sz="1200" dirty="0">
              <a:solidFill>
                <a:srgbClr val="A4B1CD"/>
              </a:solidFill>
              <a:latin typeface="JetBrains Mono"/>
              <a:cs typeface="JetBrains Mono"/>
            </a:endParaRPr>
          </a:p>
        </p:txBody>
      </p:sp>
      <p:sp>
        <p:nvSpPr>
          <p:cNvPr id="18" name="text 18"/>
          <p:cNvSpPr txBox="1"/>
          <p:nvPr/>
        </p:nvSpPr>
        <p:spPr>
          <a:xfrm>
            <a:off x="762000" y="3695700"/>
            <a:ext cx="9525000" cy="381000"/>
          </a:xfrm>
          <a:prstGeom prst="rect">
            <a:avLst/>
          </a:prstGeom>
          <a:noFill/>
        </p:spPr>
        <p:txBody>
          <a:bodyPr wrap="square" lIns="0" tIns="0" rIns="0" bIns="0" anchor="t" rtlCol="0">
            <a:noAutofit/>
          </a:bodyPr>
          <a:lstStyle/>
          <a:p>
            <a:pPr marL="0" indent="0" algn="l">
              <a:lnSpc>
                <a:spcPct val="105000"/>
              </a:lnSpc>
              <a:spcBef>
                <a:spcPts val="0"/>
              </a:spcBef>
              <a:spcAft>
                <a:spcPts val="0"/>
              </a:spcAft>
              <a:buNone/>
            </a:pPr>
            <a:r>
              <a:rPr lang="en-GB" sz="1800" dirty="0">
                <a:solidFill>
                  <a:srgbClr val="A4B1CD"/>
                </a:solidFill>
                <a:latin typeface="+mn-lt"/>
                <a:cs typeface="+mn-lt"/>
              </a:rPr>
              <a:t>Shapes you add start in the site's style: a panel with an outline, and lines with an arrow.</a:t>
            </a:r>
            <a:endParaRPr lang="en-GB" sz="1800" dirty="0">
              <a:solidFill>
                <a:srgbClr val="A4B1CD"/>
              </a:solidFill>
              <a:latin typeface="+mn-lt"/>
              <a:cs typeface="+mn-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a:spLocks noGrp="1"/>
          </p:cNvSpPr>
          <p:nvPr>
            <p:ph type="body" idx="10" sz="quarter"/>
          </p:nvPr>
        </p:nvSpPr>
        <p:spPr/>
        <p:txBody>
          <a:bodyPr/>
          <a:lstStyle/>
          <a:p>
            <a:r>
              <a:rPr lang="en-GB" dirty="0"/>
              <a:t>Table</a:t>
            </a:r>
            <a:endParaRPr lang="en-GB" dirty="0"/>
          </a:p>
        </p:txBody>
      </p:sp>
      <p:sp>
        <p:nvSpPr>
          <p:cNvPr id="3" name="Title"/>
          <p:cNvSpPr>
            <a:spLocks noGrp="1"/>
          </p:cNvSpPr>
          <p:nvPr>
            <p:ph type="title"/>
          </p:nvPr>
        </p:nvSpPr>
        <p:spPr/>
        <p:txBody>
          <a:bodyPr/>
          <a:lstStyle/>
          <a:p>
            <a:r>
              <a:rPr lang="en-GB" dirty="0"/>
              <a:t>Put reference facts in a table</a:t>
            </a:r>
            <a:endParaRPr lang="en-GB" dirty="0"/>
          </a:p>
        </p:txBody>
      </p:sp>
      <p:graphicFrame>
        <p:nvGraphicFramePr>
          <p:cNvPr id="4" name="Table 4"/>
          <p:cNvGraphicFramePr>
            <a:graphicFrameLocks noGrp="1"/>
          </p:cNvGraphicFramePr>
          <p:nvPr/>
        </p:nvGraphicFramePr>
        <p:xfrm>
          <a:off x="762000" y="1828800"/>
          <a:ext cx="10668000" cy="2476500"/>
        </p:xfrm>
        <a:graphic>
          <a:graphicData uri="http://schemas.openxmlformats.org/drawingml/2006/table">
            <a:tbl>
              <a:tblPr firstRow="1">
                <a:tableStyleId>{C0DE5EC0-2026-4C0D-9E1F-9FEF00C0DE01}</a:tableStyleId>
              </a:tblPr>
              <a:tblGrid>
                <a:gridCol w="1333500"/>
                <a:gridCol w="2476500"/>
                <a:gridCol w="6858000"/>
              </a:tblGrid>
              <a:tr h="495300">
                <a:tc>
                  <a:txBody>
                    <a:bodyPr/>
                    <a:lstStyle/>
                    <a:p>
                      <a:pPr marL="0" indent="0" algn="l">
                        <a:lnSpc>
                          <a:spcPct val="105000"/>
                        </a:lnSpc>
                        <a:spcBef>
                          <a:spcPts val="0"/>
                        </a:spcBef>
                        <a:spcAft>
                          <a:spcPts val="0"/>
                        </a:spcAft>
                        <a:buNone/>
                      </a:pPr>
                      <a:r>
                        <a:rPr lang="en-GB" sz="1500" b="1" dirty="0">
                          <a:solidFill>
                            <a:srgbClr val="FFFFFF"/>
                          </a:solidFill>
                          <a:latin typeface="+mn-lt"/>
                          <a:cs typeface="+mn-lt"/>
                        </a:rPr>
                        <a:t>Port</a:t>
                      </a:r>
                      <a:endParaRPr lang="en-GB" sz="1500" b="1" dirty="0">
                        <a:solidFill>
                          <a:srgbClr val="FFFFFF"/>
                        </a:solidFill>
                        <a:latin typeface="+mn-lt"/>
                        <a:cs typeface="+mn-lt"/>
                      </a:endParaRPr>
                    </a:p>
                  </a:txBody>
                  <a:tcPr marL="152400" marR="152400" marT="76200" marB="76200" anchor="ctr">
                    <a:lnL w="14288">
                      <a:solidFill>
                        <a:srgbClr val="2C3A52"/>
                      </a:solidFill>
                    </a:lnL>
                    <a:lnR w="14288">
                      <a:solidFill>
                        <a:srgbClr val="2C3A52"/>
                      </a:solidFill>
                    </a:lnR>
                    <a:lnT w="14288">
                      <a:solidFill>
                        <a:srgbClr val="2C3A52"/>
                      </a:solidFill>
                    </a:lnT>
                    <a:lnB w="14288">
                      <a:solidFill>
                        <a:srgbClr val="2C3A52"/>
                      </a:solidFill>
                    </a:lnB>
                    <a:solidFill>
                      <a:srgbClr val="202C3F"/>
                    </a:solidFill>
                  </a:tcPr>
                </a:tc>
                <a:tc>
                  <a:txBody>
                    <a:bodyPr/>
                    <a:lstStyle/>
                    <a:p>
                      <a:pPr marL="0" indent="0" algn="l">
                        <a:lnSpc>
                          <a:spcPct val="105000"/>
                        </a:lnSpc>
                        <a:spcBef>
                          <a:spcPts val="0"/>
                        </a:spcBef>
                        <a:spcAft>
                          <a:spcPts val="0"/>
                        </a:spcAft>
                        <a:buNone/>
                      </a:pPr>
                      <a:r>
                        <a:rPr lang="en-GB" sz="1500" b="1" dirty="0">
                          <a:solidFill>
                            <a:srgbClr val="FFFFFF"/>
                          </a:solidFill>
                          <a:latin typeface="+mn-lt"/>
                          <a:cs typeface="+mn-lt"/>
                        </a:rPr>
                        <a:t>Service</a:t>
                      </a:r>
                      <a:endParaRPr lang="en-GB" sz="1500" b="1" dirty="0">
                        <a:solidFill>
                          <a:srgbClr val="FFFFFF"/>
                        </a:solidFill>
                        <a:latin typeface="+mn-lt"/>
                        <a:cs typeface="+mn-lt"/>
                      </a:endParaRPr>
                    </a:p>
                  </a:txBody>
                  <a:tcPr marL="152400" marR="152400" marT="76200" marB="76200" anchor="ctr">
                    <a:lnL w="14288">
                      <a:solidFill>
                        <a:srgbClr val="2C3A52"/>
                      </a:solidFill>
                    </a:lnL>
                    <a:lnR w="14288">
                      <a:solidFill>
                        <a:srgbClr val="2C3A52"/>
                      </a:solidFill>
                    </a:lnR>
                    <a:lnT w="14288">
                      <a:solidFill>
                        <a:srgbClr val="2C3A52"/>
                      </a:solidFill>
                    </a:lnT>
                    <a:lnB w="14288">
                      <a:solidFill>
                        <a:srgbClr val="2C3A52"/>
                      </a:solidFill>
                    </a:lnB>
                    <a:solidFill>
                      <a:srgbClr val="202C3F"/>
                    </a:solidFill>
                  </a:tcPr>
                </a:tc>
                <a:tc>
                  <a:txBody>
                    <a:bodyPr/>
                    <a:lstStyle/>
                    <a:p>
                      <a:pPr marL="0" indent="0" algn="l">
                        <a:lnSpc>
                          <a:spcPct val="105000"/>
                        </a:lnSpc>
                        <a:spcBef>
                          <a:spcPts val="0"/>
                        </a:spcBef>
                        <a:spcAft>
                          <a:spcPts val="0"/>
                        </a:spcAft>
                        <a:buNone/>
                      </a:pPr>
                      <a:r>
                        <a:rPr lang="en-GB" sz="1500" b="1" dirty="0">
                          <a:solidFill>
                            <a:srgbClr val="FFFFFF"/>
                          </a:solidFill>
                          <a:latin typeface="+mn-lt"/>
                          <a:cs typeface="+mn-lt"/>
                        </a:rPr>
                        <a:t>What to check</a:t>
                      </a:r>
                      <a:endParaRPr lang="en-GB" sz="1500" b="1" dirty="0">
                        <a:solidFill>
                          <a:srgbClr val="FFFFFF"/>
                        </a:solidFill>
                        <a:latin typeface="+mn-lt"/>
                        <a:cs typeface="+mn-lt"/>
                      </a:endParaRPr>
                    </a:p>
                  </a:txBody>
                  <a:tcPr marL="152400" marR="152400" marT="76200" marB="76200" anchor="ctr">
                    <a:lnL w="14288">
                      <a:solidFill>
                        <a:srgbClr val="2C3A52"/>
                      </a:solidFill>
                    </a:lnL>
                    <a:lnR w="14288">
                      <a:solidFill>
                        <a:srgbClr val="2C3A52"/>
                      </a:solidFill>
                    </a:lnR>
                    <a:lnT w="14288">
                      <a:solidFill>
                        <a:srgbClr val="2C3A52"/>
                      </a:solidFill>
                    </a:lnT>
                    <a:lnB w="14288">
                      <a:solidFill>
                        <a:srgbClr val="2C3A52"/>
                      </a:solidFill>
                    </a:lnB>
                    <a:solidFill>
                      <a:srgbClr val="202C3F"/>
                    </a:solidFill>
                  </a:tcPr>
                </a:tc>
              </a:tr>
              <a:tr h="495300">
                <a:tc>
                  <a:txBody>
                    <a:bodyPr/>
                    <a:lstStyle/>
                    <a:p>
                      <a:pPr marL="0" indent="0" algn="l">
                        <a:lnSpc>
                          <a:spcPct val="105000"/>
                        </a:lnSpc>
                        <a:spcBef>
                          <a:spcPts val="0"/>
                        </a:spcBef>
                        <a:spcAft>
                          <a:spcPts val="0"/>
                        </a:spcAft>
                        <a:buNone/>
                      </a:pPr>
                      <a:r>
                        <a:rPr lang="en-GB" sz="1500" b="1" dirty="0">
                          <a:solidFill>
                            <a:srgbClr val="9FEF00"/>
                          </a:solidFill>
                          <a:latin typeface="JetBrains Mono"/>
                          <a:cs typeface="JetBrains Mono"/>
                        </a:rPr>
                        <a:t>22</a:t>
                      </a:r>
                      <a:endParaRPr lang="en-GB" sz="1500" b="1" dirty="0">
                        <a:solidFill>
                          <a:srgbClr val="9FEF00"/>
                        </a:solidFill>
                        <a:latin typeface="JetBrains Mono"/>
                        <a:cs typeface="JetBrains Mono"/>
                      </a:endParaRPr>
                    </a:p>
                  </a:txBody>
                  <a:tcPr marL="152400" marR="152400" marT="76200" marB="76200" anchor="ctr">
                    <a:lnL w="14288">
                      <a:solidFill>
                        <a:srgbClr val="2C3A52"/>
                      </a:solidFill>
                    </a:lnL>
                    <a:lnR w="14288">
                      <a:solidFill>
                        <a:srgbClr val="2C3A52"/>
                      </a:solidFill>
                    </a:lnR>
                    <a:lnT w="14288">
                      <a:solidFill>
                        <a:srgbClr val="2C3A52"/>
                      </a:solidFill>
                    </a:lnT>
                    <a:lnB w="14288">
                      <a:solidFill>
                        <a:srgbClr val="2C3A52"/>
                      </a:solidFill>
                    </a:lnB>
                    <a:solidFill>
                      <a:srgbClr val="1A2332"/>
                    </a:solidFill>
                  </a:tcPr>
                </a:tc>
                <a:tc>
                  <a:txBody>
                    <a:bodyPr/>
                    <a:lstStyle/>
                    <a:p>
                      <a:pPr marL="0" indent="0" algn="l">
                        <a:lnSpc>
                          <a:spcPct val="105000"/>
                        </a:lnSpc>
                        <a:spcBef>
                          <a:spcPts val="0"/>
                        </a:spcBef>
                        <a:spcAft>
                          <a:spcPts val="0"/>
                        </a:spcAft>
                        <a:buNone/>
                      </a:pPr>
                      <a:r>
                        <a:rPr lang="en-GB" sz="1500" dirty="0">
                          <a:solidFill>
                            <a:srgbClr val="E4E9F4"/>
                          </a:solidFill>
                          <a:latin typeface="+mn-lt"/>
                          <a:cs typeface="+mn-lt"/>
                        </a:rPr>
                        <a:t>SSH</a:t>
                      </a:r>
                      <a:endParaRPr lang="en-GB" sz="1500" dirty="0">
                        <a:solidFill>
                          <a:srgbClr val="E4E9F4"/>
                        </a:solidFill>
                        <a:latin typeface="+mn-lt"/>
                        <a:cs typeface="+mn-lt"/>
                      </a:endParaRPr>
                    </a:p>
                  </a:txBody>
                  <a:tcPr marL="152400" marR="152400" marT="76200" marB="76200" anchor="ctr">
                    <a:lnL w="14288">
                      <a:solidFill>
                        <a:srgbClr val="2C3A52"/>
                      </a:solidFill>
                    </a:lnL>
                    <a:lnR w="14288">
                      <a:solidFill>
                        <a:srgbClr val="2C3A52"/>
                      </a:solidFill>
                    </a:lnR>
                    <a:lnT w="14288">
                      <a:solidFill>
                        <a:srgbClr val="2C3A52"/>
                      </a:solidFill>
                    </a:lnT>
                    <a:lnB w="14288">
                      <a:solidFill>
                        <a:srgbClr val="2C3A52"/>
                      </a:solidFill>
                    </a:lnB>
                    <a:solidFill>
                      <a:srgbClr val="1A2332"/>
                    </a:solidFill>
                  </a:tcPr>
                </a:tc>
                <a:tc>
                  <a:txBody>
                    <a:bodyPr/>
                    <a:lstStyle/>
                    <a:p>
                      <a:pPr marL="0" indent="0" algn="l">
                        <a:lnSpc>
                          <a:spcPct val="105000"/>
                        </a:lnSpc>
                        <a:spcBef>
                          <a:spcPts val="0"/>
                        </a:spcBef>
                        <a:spcAft>
                          <a:spcPts val="0"/>
                        </a:spcAft>
                        <a:buNone/>
                      </a:pPr>
                      <a:r>
                        <a:rPr lang="en-GB" sz="1500" dirty="0">
                          <a:solidFill>
                            <a:srgbClr val="E4E9F4"/>
                          </a:solidFill>
                          <a:latin typeface="+mn-lt"/>
                          <a:cs typeface="+mn-lt"/>
                        </a:rPr>
                        <a:t>Password logins off; only admins' addresses allowed</a:t>
                      </a:r>
                      <a:endParaRPr lang="en-GB" sz="1500" dirty="0">
                        <a:solidFill>
                          <a:srgbClr val="E4E9F4"/>
                        </a:solidFill>
                        <a:latin typeface="+mn-lt"/>
                        <a:cs typeface="+mn-lt"/>
                      </a:endParaRPr>
                    </a:p>
                  </a:txBody>
                  <a:tcPr marL="152400" marR="152400" marT="76200" marB="76200" anchor="ctr">
                    <a:lnL w="14288">
                      <a:solidFill>
                        <a:srgbClr val="2C3A52"/>
                      </a:solidFill>
                    </a:lnL>
                    <a:lnR w="14288">
                      <a:solidFill>
                        <a:srgbClr val="2C3A52"/>
                      </a:solidFill>
                    </a:lnR>
                    <a:lnT w="14288">
                      <a:solidFill>
                        <a:srgbClr val="2C3A52"/>
                      </a:solidFill>
                    </a:lnT>
                    <a:lnB w="14288">
                      <a:solidFill>
                        <a:srgbClr val="2C3A52"/>
                      </a:solidFill>
                    </a:lnB>
                    <a:solidFill>
                      <a:srgbClr val="1A2332"/>
                    </a:solidFill>
                  </a:tcPr>
                </a:tc>
              </a:tr>
              <a:tr h="495300">
                <a:tc>
                  <a:txBody>
                    <a:bodyPr/>
                    <a:lstStyle/>
                    <a:p>
                      <a:pPr marL="0" indent="0" algn="l">
                        <a:lnSpc>
                          <a:spcPct val="105000"/>
                        </a:lnSpc>
                        <a:spcBef>
                          <a:spcPts val="0"/>
                        </a:spcBef>
                        <a:spcAft>
                          <a:spcPts val="0"/>
                        </a:spcAft>
                        <a:buNone/>
                      </a:pPr>
                      <a:r>
                        <a:rPr lang="en-GB" sz="1500" b="1" dirty="0">
                          <a:solidFill>
                            <a:srgbClr val="9FEF00"/>
                          </a:solidFill>
                          <a:latin typeface="JetBrains Mono"/>
                          <a:cs typeface="JetBrains Mono"/>
                        </a:rPr>
                        <a:t>53</a:t>
                      </a:r>
                      <a:endParaRPr lang="en-GB" sz="1500" b="1" dirty="0">
                        <a:solidFill>
                          <a:srgbClr val="9FEF00"/>
                        </a:solidFill>
                        <a:latin typeface="JetBrains Mono"/>
                        <a:cs typeface="JetBrains Mono"/>
                      </a:endParaRPr>
                    </a:p>
                  </a:txBody>
                  <a:tcPr marL="152400" marR="152400" marT="76200" marB="76200" anchor="ctr">
                    <a:lnL w="14288">
                      <a:solidFill>
                        <a:srgbClr val="2C3A52"/>
                      </a:solidFill>
                    </a:lnL>
                    <a:lnR w="14288">
                      <a:solidFill>
                        <a:srgbClr val="2C3A52"/>
                      </a:solidFill>
                    </a:lnR>
                    <a:lnT w="14288">
                      <a:solidFill>
                        <a:srgbClr val="2C3A52"/>
                      </a:solidFill>
                    </a:lnT>
                    <a:lnB w="14288">
                      <a:solidFill>
                        <a:srgbClr val="2C3A52"/>
                      </a:solidFill>
                    </a:lnB>
                    <a:solidFill>
                      <a:srgbClr val="1A2332"/>
                    </a:solidFill>
                  </a:tcPr>
                </a:tc>
                <a:tc>
                  <a:txBody>
                    <a:bodyPr/>
                    <a:lstStyle/>
                    <a:p>
                      <a:pPr marL="0" indent="0" algn="l">
                        <a:lnSpc>
                          <a:spcPct val="105000"/>
                        </a:lnSpc>
                        <a:spcBef>
                          <a:spcPts val="0"/>
                        </a:spcBef>
                        <a:spcAft>
                          <a:spcPts val="0"/>
                        </a:spcAft>
                        <a:buNone/>
                      </a:pPr>
                      <a:r>
                        <a:rPr lang="en-GB" sz="1500" dirty="0">
                          <a:solidFill>
                            <a:srgbClr val="E4E9F4"/>
                          </a:solidFill>
                          <a:latin typeface="+mn-lt"/>
                          <a:cs typeface="+mn-lt"/>
                        </a:rPr>
                        <a:t>DNS</a:t>
                      </a:r>
                      <a:endParaRPr lang="en-GB" sz="1500" dirty="0">
                        <a:solidFill>
                          <a:srgbClr val="E4E9F4"/>
                        </a:solidFill>
                        <a:latin typeface="+mn-lt"/>
                        <a:cs typeface="+mn-lt"/>
                      </a:endParaRPr>
                    </a:p>
                  </a:txBody>
                  <a:tcPr marL="152400" marR="152400" marT="76200" marB="76200" anchor="ctr">
                    <a:lnL w="14288">
                      <a:solidFill>
                        <a:srgbClr val="2C3A52"/>
                      </a:solidFill>
                    </a:lnL>
                    <a:lnR w="14288">
                      <a:solidFill>
                        <a:srgbClr val="2C3A52"/>
                      </a:solidFill>
                    </a:lnR>
                    <a:lnT w="14288">
                      <a:solidFill>
                        <a:srgbClr val="2C3A52"/>
                      </a:solidFill>
                    </a:lnT>
                    <a:lnB w="14288">
                      <a:solidFill>
                        <a:srgbClr val="2C3A52"/>
                      </a:solidFill>
                    </a:lnB>
                    <a:solidFill>
                      <a:srgbClr val="1A2332"/>
                    </a:solidFill>
                  </a:tcPr>
                </a:tc>
                <a:tc>
                  <a:txBody>
                    <a:bodyPr/>
                    <a:lstStyle/>
                    <a:p>
                      <a:pPr marL="0" indent="0" algn="l">
                        <a:lnSpc>
                          <a:spcPct val="105000"/>
                        </a:lnSpc>
                        <a:spcBef>
                          <a:spcPts val="0"/>
                        </a:spcBef>
                        <a:spcAft>
                          <a:spcPts val="0"/>
                        </a:spcAft>
                        <a:buNone/>
                      </a:pPr>
                      <a:r>
                        <a:rPr lang="en-GB" sz="1500" dirty="0">
                          <a:solidFill>
                            <a:srgbClr val="E4E9F4"/>
                          </a:solidFill>
                          <a:latin typeface="+mn-lt"/>
                          <a:cs typeface="+mn-lt"/>
                        </a:rPr>
                        <a:t>Answers only for your own networks</a:t>
                      </a:r>
                      <a:endParaRPr lang="en-GB" sz="1500" dirty="0">
                        <a:solidFill>
                          <a:srgbClr val="E4E9F4"/>
                        </a:solidFill>
                        <a:latin typeface="+mn-lt"/>
                        <a:cs typeface="+mn-lt"/>
                      </a:endParaRPr>
                    </a:p>
                  </a:txBody>
                  <a:tcPr marL="152400" marR="152400" marT="76200" marB="76200" anchor="ctr">
                    <a:lnL w="14288">
                      <a:solidFill>
                        <a:srgbClr val="2C3A52"/>
                      </a:solidFill>
                    </a:lnL>
                    <a:lnR w="14288">
                      <a:solidFill>
                        <a:srgbClr val="2C3A52"/>
                      </a:solidFill>
                    </a:lnR>
                    <a:lnT w="14288">
                      <a:solidFill>
                        <a:srgbClr val="2C3A52"/>
                      </a:solidFill>
                    </a:lnT>
                    <a:lnB w="14288">
                      <a:solidFill>
                        <a:srgbClr val="2C3A52"/>
                      </a:solidFill>
                    </a:lnB>
                    <a:solidFill>
                      <a:srgbClr val="1A2332"/>
                    </a:solidFill>
                  </a:tcPr>
                </a:tc>
              </a:tr>
              <a:tr h="495300">
                <a:tc>
                  <a:txBody>
                    <a:bodyPr/>
                    <a:lstStyle/>
                    <a:p>
                      <a:pPr marL="0" indent="0" algn="l">
                        <a:lnSpc>
                          <a:spcPct val="105000"/>
                        </a:lnSpc>
                        <a:spcBef>
                          <a:spcPts val="0"/>
                        </a:spcBef>
                        <a:spcAft>
                          <a:spcPts val="0"/>
                        </a:spcAft>
                        <a:buNone/>
                      </a:pPr>
                      <a:r>
                        <a:rPr lang="en-GB" sz="1500" b="1" dirty="0">
                          <a:solidFill>
                            <a:srgbClr val="9FEF00"/>
                          </a:solidFill>
                          <a:latin typeface="JetBrains Mono"/>
                          <a:cs typeface="JetBrains Mono"/>
                        </a:rPr>
                        <a:t>443</a:t>
                      </a:r>
                      <a:endParaRPr lang="en-GB" sz="1500" b="1" dirty="0">
                        <a:solidFill>
                          <a:srgbClr val="9FEF00"/>
                        </a:solidFill>
                        <a:latin typeface="JetBrains Mono"/>
                        <a:cs typeface="JetBrains Mono"/>
                      </a:endParaRPr>
                    </a:p>
                  </a:txBody>
                  <a:tcPr marL="152400" marR="152400" marT="76200" marB="76200" anchor="ctr">
                    <a:lnL w="14288">
                      <a:solidFill>
                        <a:srgbClr val="2C3A52"/>
                      </a:solidFill>
                    </a:lnL>
                    <a:lnR w="14288">
                      <a:solidFill>
                        <a:srgbClr val="2C3A52"/>
                      </a:solidFill>
                    </a:lnR>
                    <a:lnT w="14288">
                      <a:solidFill>
                        <a:srgbClr val="2C3A52"/>
                      </a:solidFill>
                    </a:lnT>
                    <a:lnB w="14288">
                      <a:solidFill>
                        <a:srgbClr val="2C3A52"/>
                      </a:solidFill>
                    </a:lnB>
                    <a:solidFill>
                      <a:srgbClr val="1A2332"/>
                    </a:solidFill>
                  </a:tcPr>
                </a:tc>
                <a:tc>
                  <a:txBody>
                    <a:bodyPr/>
                    <a:lstStyle/>
                    <a:p>
                      <a:pPr marL="0" indent="0" algn="l">
                        <a:lnSpc>
                          <a:spcPct val="105000"/>
                        </a:lnSpc>
                        <a:spcBef>
                          <a:spcPts val="0"/>
                        </a:spcBef>
                        <a:spcAft>
                          <a:spcPts val="0"/>
                        </a:spcAft>
                        <a:buNone/>
                      </a:pPr>
                      <a:r>
                        <a:rPr lang="en-GB" sz="1500" dirty="0">
                          <a:solidFill>
                            <a:srgbClr val="E4E9F4"/>
                          </a:solidFill>
                          <a:latin typeface="+mn-lt"/>
                          <a:cs typeface="+mn-lt"/>
                        </a:rPr>
                        <a:t>HTTPS</a:t>
                      </a:r>
                      <a:endParaRPr lang="en-GB" sz="1500" dirty="0">
                        <a:solidFill>
                          <a:srgbClr val="E4E9F4"/>
                        </a:solidFill>
                        <a:latin typeface="+mn-lt"/>
                        <a:cs typeface="+mn-lt"/>
                      </a:endParaRPr>
                    </a:p>
                  </a:txBody>
                  <a:tcPr marL="152400" marR="152400" marT="76200" marB="76200" anchor="ctr">
                    <a:lnL w="14288">
                      <a:solidFill>
                        <a:srgbClr val="2C3A52"/>
                      </a:solidFill>
                    </a:lnL>
                    <a:lnR w="14288">
                      <a:solidFill>
                        <a:srgbClr val="2C3A52"/>
                      </a:solidFill>
                    </a:lnR>
                    <a:lnT w="14288">
                      <a:solidFill>
                        <a:srgbClr val="2C3A52"/>
                      </a:solidFill>
                    </a:lnT>
                    <a:lnB w="14288">
                      <a:solidFill>
                        <a:srgbClr val="2C3A52"/>
                      </a:solidFill>
                    </a:lnB>
                    <a:solidFill>
                      <a:srgbClr val="1A2332"/>
                    </a:solidFill>
                  </a:tcPr>
                </a:tc>
                <a:tc>
                  <a:txBody>
                    <a:bodyPr/>
                    <a:lstStyle/>
                    <a:p>
                      <a:pPr marL="0" indent="0" algn="l">
                        <a:lnSpc>
                          <a:spcPct val="105000"/>
                        </a:lnSpc>
                        <a:spcBef>
                          <a:spcPts val="0"/>
                        </a:spcBef>
                        <a:spcAft>
                          <a:spcPts val="0"/>
                        </a:spcAft>
                        <a:buNone/>
                      </a:pPr>
                      <a:r>
                        <a:rPr lang="en-GB" sz="1500" dirty="0">
                          <a:solidFill>
                            <a:srgbClr val="E4E9F4"/>
                          </a:solidFill>
                          <a:latin typeface="+mn-lt"/>
                          <a:cs typeface="+mn-lt"/>
                        </a:rPr>
                        <a:t>A current certificate; TLS 1.2 or later</a:t>
                      </a:r>
                      <a:endParaRPr lang="en-GB" sz="1500" dirty="0">
                        <a:solidFill>
                          <a:srgbClr val="E4E9F4"/>
                        </a:solidFill>
                        <a:latin typeface="+mn-lt"/>
                        <a:cs typeface="+mn-lt"/>
                      </a:endParaRPr>
                    </a:p>
                  </a:txBody>
                  <a:tcPr marL="152400" marR="152400" marT="76200" marB="76200" anchor="ctr">
                    <a:lnL w="14288">
                      <a:solidFill>
                        <a:srgbClr val="2C3A52"/>
                      </a:solidFill>
                    </a:lnL>
                    <a:lnR w="14288">
                      <a:solidFill>
                        <a:srgbClr val="2C3A52"/>
                      </a:solidFill>
                    </a:lnR>
                    <a:lnT w="14288">
                      <a:solidFill>
                        <a:srgbClr val="2C3A52"/>
                      </a:solidFill>
                    </a:lnT>
                    <a:lnB w="14288">
                      <a:solidFill>
                        <a:srgbClr val="2C3A52"/>
                      </a:solidFill>
                    </a:lnB>
                    <a:solidFill>
                      <a:srgbClr val="1A2332"/>
                    </a:solidFill>
                  </a:tcPr>
                </a:tc>
              </a:tr>
              <a:tr h="495300">
                <a:tc>
                  <a:txBody>
                    <a:bodyPr/>
                    <a:lstStyle/>
                    <a:p>
                      <a:pPr marL="0" indent="0" algn="l">
                        <a:lnSpc>
                          <a:spcPct val="105000"/>
                        </a:lnSpc>
                        <a:spcBef>
                          <a:spcPts val="0"/>
                        </a:spcBef>
                        <a:spcAft>
                          <a:spcPts val="0"/>
                        </a:spcAft>
                        <a:buNone/>
                      </a:pPr>
                      <a:r>
                        <a:rPr lang="en-GB" sz="1500" b="1" dirty="0">
                          <a:solidFill>
                            <a:srgbClr val="9FEF00"/>
                          </a:solidFill>
                          <a:latin typeface="JetBrains Mono"/>
                          <a:cs typeface="JetBrains Mono"/>
                        </a:rPr>
                        <a:t>3389</a:t>
                      </a:r>
                      <a:endParaRPr lang="en-GB" sz="1500" b="1" dirty="0">
                        <a:solidFill>
                          <a:srgbClr val="9FEF00"/>
                        </a:solidFill>
                        <a:latin typeface="JetBrains Mono"/>
                        <a:cs typeface="JetBrains Mono"/>
                      </a:endParaRPr>
                    </a:p>
                  </a:txBody>
                  <a:tcPr marL="152400" marR="152400" marT="76200" marB="76200" anchor="ctr">
                    <a:lnL w="14288">
                      <a:solidFill>
                        <a:srgbClr val="2C3A52"/>
                      </a:solidFill>
                    </a:lnL>
                    <a:lnR w="14288">
                      <a:solidFill>
                        <a:srgbClr val="2C3A52"/>
                      </a:solidFill>
                    </a:lnR>
                    <a:lnT w="14288">
                      <a:solidFill>
                        <a:srgbClr val="2C3A52"/>
                      </a:solidFill>
                    </a:lnT>
                    <a:lnB w="14288">
                      <a:solidFill>
                        <a:srgbClr val="2C3A52"/>
                      </a:solidFill>
                    </a:lnB>
                    <a:solidFill>
                      <a:srgbClr val="1A2332"/>
                    </a:solidFill>
                  </a:tcPr>
                </a:tc>
                <a:tc>
                  <a:txBody>
                    <a:bodyPr/>
                    <a:lstStyle/>
                    <a:p>
                      <a:pPr marL="0" indent="0" algn="l">
                        <a:lnSpc>
                          <a:spcPct val="105000"/>
                        </a:lnSpc>
                        <a:spcBef>
                          <a:spcPts val="0"/>
                        </a:spcBef>
                        <a:spcAft>
                          <a:spcPts val="0"/>
                        </a:spcAft>
                        <a:buNone/>
                      </a:pPr>
                      <a:r>
                        <a:rPr lang="en-GB" sz="1500" dirty="0">
                          <a:solidFill>
                            <a:srgbClr val="E4E9F4"/>
                          </a:solidFill>
                          <a:latin typeface="+mn-lt"/>
                          <a:cs typeface="+mn-lt"/>
                        </a:rPr>
                        <a:t>RDP</a:t>
                      </a:r>
                      <a:endParaRPr lang="en-GB" sz="1500" dirty="0">
                        <a:solidFill>
                          <a:srgbClr val="E4E9F4"/>
                        </a:solidFill>
                        <a:latin typeface="+mn-lt"/>
                        <a:cs typeface="+mn-lt"/>
                      </a:endParaRPr>
                    </a:p>
                  </a:txBody>
                  <a:tcPr marL="152400" marR="152400" marT="76200" marB="76200" anchor="ctr">
                    <a:lnL w="14288">
                      <a:solidFill>
                        <a:srgbClr val="2C3A52"/>
                      </a:solidFill>
                    </a:lnL>
                    <a:lnR w="14288">
                      <a:solidFill>
                        <a:srgbClr val="2C3A52"/>
                      </a:solidFill>
                    </a:lnR>
                    <a:lnT w="14288">
                      <a:solidFill>
                        <a:srgbClr val="2C3A52"/>
                      </a:solidFill>
                    </a:lnT>
                    <a:lnB w="14288">
                      <a:solidFill>
                        <a:srgbClr val="2C3A52"/>
                      </a:solidFill>
                    </a:lnB>
                    <a:solidFill>
                      <a:srgbClr val="1A2332"/>
                    </a:solidFill>
                  </a:tcPr>
                </a:tc>
                <a:tc>
                  <a:txBody>
                    <a:bodyPr/>
                    <a:lstStyle/>
                    <a:p>
                      <a:pPr marL="0" indent="0" algn="l">
                        <a:lnSpc>
                          <a:spcPct val="105000"/>
                        </a:lnSpc>
                        <a:spcBef>
                          <a:spcPts val="0"/>
                        </a:spcBef>
                        <a:spcAft>
                          <a:spcPts val="0"/>
                        </a:spcAft>
                        <a:buNone/>
                      </a:pPr>
                      <a:r>
                        <a:rPr lang="en-GB" sz="1500" dirty="0">
                          <a:solidFill>
                            <a:srgbClr val="E4E9F4"/>
                          </a:solidFill>
                          <a:latin typeface="+mn-lt"/>
                          <a:cs typeface="+mn-lt"/>
                        </a:rPr>
                        <a:t>Never open to the internet; through a VPN instead</a:t>
                      </a:r>
                      <a:endParaRPr lang="en-GB" sz="1500" dirty="0">
                        <a:solidFill>
                          <a:srgbClr val="E4E9F4"/>
                        </a:solidFill>
                        <a:latin typeface="+mn-lt"/>
                        <a:cs typeface="+mn-lt"/>
                      </a:endParaRPr>
                    </a:p>
                  </a:txBody>
                  <a:tcPr marL="152400" marR="152400" marT="76200" marB="76200" anchor="ctr">
                    <a:lnL w="14288">
                      <a:solidFill>
                        <a:srgbClr val="2C3A52"/>
                      </a:solidFill>
                    </a:lnL>
                    <a:lnR w="14288">
                      <a:solidFill>
                        <a:srgbClr val="2C3A52"/>
                      </a:solidFill>
                    </a:lnR>
                    <a:lnT w="14288">
                      <a:solidFill>
                        <a:srgbClr val="2C3A52"/>
                      </a:solidFill>
                    </a:lnT>
                    <a:lnB w="14288">
                      <a:solidFill>
                        <a:srgbClr val="2C3A52"/>
                      </a:solidFill>
                    </a:lnB>
                    <a:solidFill>
                      <a:srgbClr val="1A2332"/>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a:spLocks noGrp="1"/>
          </p:cNvSpPr>
          <p:nvPr>
            <p:ph type="body" idx="10" sz="quarter"/>
          </p:nvPr>
        </p:nvSpPr>
        <p:spPr/>
        <p:txBody>
          <a:bodyPr/>
          <a:lstStyle/>
          <a:p>
            <a:r>
              <a:rPr lang="en-GB" dirty="0"/>
              <a:t>Picture</a:t>
            </a:r>
            <a:endParaRPr lang="en-GB" dirty="0"/>
          </a:p>
        </p:txBody>
      </p:sp>
      <p:sp>
        <p:nvSpPr>
          <p:cNvPr id="3" name="Title"/>
          <p:cNvSpPr>
            <a:spLocks noGrp="1"/>
          </p:cNvSpPr>
          <p:nvPr>
            <p:ph type="title"/>
          </p:nvPr>
        </p:nvSpPr>
        <p:spPr/>
        <p:txBody>
          <a:bodyPr/>
          <a:lstStyle/>
          <a:p>
            <a:r>
              <a:rPr lang="en-GB" dirty="0"/>
              <a:t>Show a diagram or a screenshot</a:t>
            </a:r>
            <a:endParaRPr lang="en-GB" dirty="0"/>
          </a:p>
        </p:txBody>
      </p:sp>
      <p:sp>
        <p:nvSpPr>
          <p:cNvPr id="4" name="Caption"/>
          <p:cNvSpPr>
            <a:spLocks noGrp="1"/>
          </p:cNvSpPr>
          <p:nvPr>
            <p:ph type="body" idx="13" sz="quarter"/>
          </p:nvPr>
        </p:nvSpPr>
        <p:spPr/>
        <p:txBody>
          <a:bodyPr/>
          <a:lstStyle/>
          <a:p>
            <a:r>
              <a:rPr lang="en-GB" dirty="0"/>
              <a:t>Click the icon in the middle to add a picture. For a draw.io diagram, export it as PNG at 200% or as SVG.</a:t>
            </a:r>
            <a:endParaRPr lang="en-GB"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atement"/>
          <p:cNvSpPr>
            <a:spLocks noGrp="1"/>
          </p:cNvSpPr>
          <p:nvPr>
            <p:ph type="title"/>
          </p:nvPr>
        </p:nvSpPr>
        <p:spPr/>
        <p:txBody>
          <a:bodyPr/>
          <a:lstStyle/>
          <a:p>
            <a:r>
              <a:rPr lang="en-GB" dirty="0"/>
              <a:t>If you can't see it, you can't defend it.</a:t>
            </a:r>
            <a:endParaRPr lang="en-GB" dirty="0"/>
          </a:p>
        </p:txBody>
      </p:sp>
      <p:sp>
        <p:nvSpPr>
          <p:cNvPr id="3" name="Detail"/>
          <p:cNvSpPr>
            <a:spLocks noGrp="1"/>
          </p:cNvSpPr>
          <p:nvPr>
            <p:ph type="body" idx="10" sz="quarter"/>
          </p:nvPr>
        </p:nvSpPr>
        <p:spPr/>
        <p:txBody>
          <a:bodyPr/>
          <a:lstStyle/>
          <a:p>
            <a:r>
              <a:rPr lang="en-GB" dirty="0"/>
              <a:t>Turn on logging first: every later step, from alerts to investigations, depends on it.</a:t>
            </a:r>
            <a:endParaRPr lang="en-GB"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a:spLocks noGrp="1"/>
          </p:cNvSpPr>
          <p:nvPr>
            <p:ph type="body" idx="10" sz="quarter"/>
          </p:nvPr>
        </p:nvSpPr>
        <p:spPr/>
        <p:txBody>
          <a:bodyPr/>
          <a:lstStyle/>
          <a:p>
            <a:r>
              <a:rPr lang="en-GB" dirty="0"/>
              <a:t>Check your understanding</a:t>
            </a:r>
            <a:endParaRPr lang="en-GB" dirty="0"/>
          </a:p>
        </p:txBody>
      </p:sp>
      <p:sp>
        <p:nvSpPr>
          <p:cNvPr id="3" name="Question"/>
          <p:cNvSpPr>
            <a:spLocks noGrp="1"/>
          </p:cNvSpPr>
          <p:nvPr>
            <p:ph type="title"/>
          </p:nvPr>
        </p:nvSpPr>
        <p:spPr/>
        <p:txBody>
          <a:bodyPr/>
          <a:lstStyle/>
          <a:p>
            <a:r>
              <a:rPr lang="en-GB" dirty="0"/>
              <a:t>Which port does HTTPS use by default?</a:t>
            </a:r>
            <a:endParaRPr lang="en-GB" dirty="0"/>
          </a:p>
        </p:txBody>
      </p:sp>
      <p:sp>
        <p:nvSpPr>
          <p:cNvPr id="4" name="Answer A"/>
          <p:cNvSpPr>
            <a:spLocks noGrp="1"/>
          </p:cNvSpPr>
          <p:nvPr>
            <p:ph type="body" idx="12" sz="quarter"/>
          </p:nvPr>
        </p:nvSpPr>
        <p:spPr/>
        <p:txBody>
          <a:bodyPr/>
          <a:lstStyle/>
          <a:p>
            <a:r>
              <a:rPr lang="en-GB" dirty="0"/>
              <a:t>80</a:t>
            </a:r>
            <a:endParaRPr lang="en-GB" dirty="0"/>
          </a:p>
        </p:txBody>
      </p:sp>
      <p:sp>
        <p:nvSpPr>
          <p:cNvPr id="5" name="Answer B"/>
          <p:cNvSpPr>
            <a:spLocks noGrp="1"/>
          </p:cNvSpPr>
          <p:nvPr>
            <p:ph type="body" idx="13" sz="quarter"/>
          </p:nvPr>
        </p:nvSpPr>
        <p:spPr/>
        <p:txBody>
          <a:bodyPr/>
          <a:lstStyle/>
          <a:p>
            <a:r>
              <a:rPr lang="en-GB" dirty="0"/>
              <a:t>443</a:t>
            </a:r>
            <a:endParaRPr lang="en-GB" dirty="0"/>
          </a:p>
        </p:txBody>
      </p:sp>
      <p:sp>
        <p:nvSpPr>
          <p:cNvPr id="6" name="Answer C"/>
          <p:cNvSpPr>
            <a:spLocks noGrp="1"/>
          </p:cNvSpPr>
          <p:nvPr>
            <p:ph type="body" idx="14" sz="quarter"/>
          </p:nvPr>
        </p:nvSpPr>
        <p:spPr/>
        <p:txBody>
          <a:bodyPr/>
          <a:lstStyle/>
          <a:p>
            <a:r>
              <a:rPr lang="en-GB" dirty="0"/>
              <a:t>22</a:t>
            </a:r>
            <a:endParaRPr lang="en-GB" dirty="0"/>
          </a:p>
        </p:txBody>
      </p:sp>
      <p:sp>
        <p:nvSpPr>
          <p:cNvPr id="7" name="Answer D"/>
          <p:cNvSpPr>
            <a:spLocks noGrp="1"/>
          </p:cNvSpPr>
          <p:nvPr>
            <p:ph type="body" idx="15" sz="quarter"/>
          </p:nvPr>
        </p:nvSpPr>
        <p:spPr/>
        <p:txBody>
          <a:bodyPr/>
          <a:lstStyle/>
          <a:p>
            <a:r>
              <a:rPr lang="en-GB" dirty="0"/>
              <a:t>8443</a:t>
            </a:r>
            <a:endParaRPr lang="en-GB"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a:spLocks noGrp="1"/>
          </p:cNvSpPr>
          <p:nvPr>
            <p:ph type="body" idx="10" sz="quarter"/>
          </p:nvPr>
        </p:nvSpPr>
        <p:spPr/>
        <p:txBody>
          <a:bodyPr/>
          <a:lstStyle/>
          <a:p>
            <a:r>
              <a:rPr lang="en-GB" dirty="0"/>
              <a:t>Key takeaways</a:t>
            </a:r>
            <a:endParaRPr lang="en-GB" dirty="0"/>
          </a:p>
        </p:txBody>
      </p:sp>
      <p:sp>
        <p:nvSpPr>
          <p:cNvPr id="3" name="Title"/>
          <p:cNvSpPr>
            <a:spLocks noGrp="1"/>
          </p:cNvSpPr>
          <p:nvPr>
            <p:ph type="title"/>
          </p:nvPr>
        </p:nvSpPr>
        <p:spPr/>
        <p:txBody>
          <a:bodyPr/>
          <a:lstStyle/>
          <a:p>
            <a:r>
              <a:rPr lang="en-GB" dirty="0"/>
              <a:t>What to remember</a:t>
            </a:r>
            <a:endParaRPr lang="en-GB" dirty="0"/>
          </a:p>
        </p:txBody>
      </p:sp>
      <p:sp>
        <p:nvSpPr>
          <p:cNvPr id="4" name="Takeaways"/>
          <p:cNvSpPr>
            <a:spLocks noGrp="1"/>
          </p:cNvSpPr>
          <p:nvPr>
            <p:ph type="body" idx="1"/>
          </p:nvPr>
        </p:nvSpPr>
        <p:spPr/>
        <p:txBody>
          <a:bodyPr/>
          <a:lstStyle/>
          <a:p>
            <a:r>
              <a:rPr lang="en-GB" dirty="0"/>
              <a:t>One idea per slide, said in the title</a:t>
            </a:r>
            <a:endParaRPr lang="en-GB" dirty="0"/>
          </a:p>
          <a:p>
            <a:r>
              <a:rPr lang="en-GB" dirty="0"/>
              <a:t>Detail in the notes and the lesson, not on the slide</a:t>
            </a:r>
            <a:endParaRPr lang="en-GB" dirty="0"/>
          </a:p>
          <a:p>
            <a:r>
              <a:rPr lang="en-GB" dirty="0"/>
              <a:t>A quiz or key point to check it landed</a:t>
            </a:r>
            <a:endParaRPr lang="en-GB" dirty="0"/>
          </a:p>
        </p:txBody>
      </p:sp>
      <p:sp>
        <p:nvSpPr>
          <p:cNvPr id="5" name="Next lesson"/>
          <p:cNvSpPr>
            <a:spLocks noGrp="1"/>
          </p:cNvSpPr>
          <p:nvPr>
            <p:ph type="body" idx="12" sz="quarter"/>
          </p:nvPr>
        </p:nvSpPr>
        <p:spPr/>
        <p:txBody>
          <a:bodyPr/>
          <a:lstStyle/>
          <a:p>
            <a:r>
              <a:rPr lang="en-GB" dirty="0"/>
              <a:t>Next lesson title</a:t>
            </a:r>
            <a:endParaRPr lang="en-GB" dirty="0"/>
          </a:p>
        </p:txBody>
      </p:sp>
      <p:sp>
        <p:nvSpPr>
          <p:cNvPr id="6" name="Next description"/>
          <p:cNvSpPr>
            <a:spLocks noGrp="1"/>
          </p:cNvSpPr>
          <p:nvPr>
            <p:ph type="body" idx="13" sz="quarter"/>
          </p:nvPr>
        </p:nvSpPr>
        <p:spPr/>
        <p:txBody>
          <a:bodyPr/>
          <a:lstStyle/>
          <a:p>
            <a:r>
              <a:rPr lang="en-GB" dirty="0"/>
              <a:t>One line on what it covers.</a:t>
            </a:r>
            <a:endParaRPr lang="en-GB" dirty="0"/>
          </a:p>
        </p:txBody>
      </p:sp>
    </p:spTree>
  </p:cSld>
  <p:clrMapOvr>
    <a:masterClrMapping/>
  </p:clrMapOvr>
</p:sld>
</file>

<file path=ppt/theme/theme1.xml><?xml version="1.0" encoding="utf-8"?>
<a:theme xmlns:a="http://schemas.openxmlformats.org/drawingml/2006/main" name="Codex">
  <a:themeElements>
    <a:clrScheme name="Codex">
      <a:dk1>
        <a:srgbClr val="111927"/>
      </a:dk1>
      <a:lt1>
        <a:srgbClr val="FFFFFF"/>
      </a:lt1>
      <a:dk2>
        <a:srgbClr val="1A2332"/>
      </a:dk2>
      <a:lt2>
        <a:srgbClr val="A4B1CD"/>
      </a:lt2>
      <a:accent1>
        <a:srgbClr val="9FEF00"/>
      </a:accent1>
      <a:accent2>
        <a:srgbClr val="5CB2FF"/>
      </a:accent2>
      <a:accent3>
        <a:srgbClr val="FFAF00"/>
      </a:accent3>
      <a:accent4>
        <a:srgbClr val="FF3E3E"/>
      </a:accent4>
      <a:accent5>
        <a:srgbClr val="C16CFA"/>
      </a:accent5>
      <a:accent6>
        <a:srgbClr val="2EE7B6"/>
      </a:accent6>
      <a:hlink>
        <a:srgbClr val="C5F467"/>
      </a:hlink>
      <a:folHlink>
        <a:srgbClr val="A4B1CD"/>
      </a:folHlink>
    </a:clrScheme>
    <a:fontScheme name="Codex">
      <a:majorFont>
        <a:latin typeface="Chakra Petch"/>
        <a:ea typeface=""/>
        <a:cs typeface=""/>
      </a:majorFont>
      <a:minorFont>
        <a:latin typeface="Figtree"/>
        <a:ea typeface=""/>
        <a:cs typeface=""/>
      </a:minorFont>
    </a:fontScheme>
    <a:fmtScheme name="Codex">
      <a:fillStyleLst>
        <a:solidFill>
          <a:schemeClr val="phClr"/>
        </a:solidFill>
        <a:solidFill>
          <a:schemeClr val="phClr"/>
        </a:solidFill>
        <a:solidFill>
          <a:schemeClr val="phClr"/>
        </a:solidFill>
      </a:fillStyleLst>
      <a:lnStyleLst>
        <a:ln w="12700">
          <a:solidFill>
            <a:schemeClr val="phClr"/>
          </a:solidFill>
        </a:ln>
        <a:ln w="19050">
          <a:solidFill>
            <a:schemeClr val="phClr"/>
          </a:solidFill>
        </a:ln>
        <a:ln w="2540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spDef>
      <a:spPr>
        <a:solidFill>
          <a:schemeClr val="bg2"/>
        </a:solidFill>
        <a:ln w="19050">
          <a:solidFill>
            <a:srgbClr val="2C3A52"/>
          </a:solidFill>
        </a:ln>
      </a:spPr>
      <a:bodyPr rtlCol="0" anchor="ctr"/>
      <a:lstStyle>
        <a:defPPr algn="ctr">
          <a:defRPr>
            <a:solidFill>
              <a:schemeClr val="tx1"/>
            </a:solidFill>
          </a:defRPr>
        </a:defPPr>
      </a:lstStyle>
    </a:spDef>
    <a:lnDef>
      <a:spPr>
        <a:ln w="19050">
          <a:solidFill>
            <a:srgbClr val="8494B5"/>
          </a:solidFill>
          <a:tailEnd type="triangle"/>
        </a:ln>
      </a:spPr>
      <a:bodyPr/>
      <a:lstStyle/>
    </a:lnDef>
    <a:txDef>
      <a:spPr>
        <a:noFill/>
      </a:spPr>
      <a:bodyPr wrap="square" rtlCol="0">
        <a:spAutoFit/>
      </a:bodyPr>
      <a:lstStyle>
        <a:defPPr>
          <a:defRPr>
            <a:solidFill>
              <a:srgbClr val="E4E9F4"/>
            </a:solidFill>
          </a:defRPr>
        </a:defPPr>
      </a:lstStyle>
    </a:txDef>
  </a:objectDefaults>
  <a:extraClrSchemeLst/>
</a:theme>
</file>

<file path=ppt/theme/theme2.xml><?xml version="1.0" encoding="utf-8"?>
<a:theme xmlns:a="http://schemas.openxmlformats.org/drawingml/2006/main" name="Codex notes">
  <a:themeElements>
    <a:clrScheme name="Codex">
      <a:dk1>
        <a:srgbClr val="000000"/>
      </a:dk1>
      <a:lt1>
        <a:srgbClr val="FFFFFF"/>
      </a:lt1>
      <a:dk2>
        <a:srgbClr val="1A2332"/>
      </a:dk2>
      <a:lt2>
        <a:srgbClr val="E7E6E6"/>
      </a:lt2>
      <a:accent1>
        <a:srgbClr val="9FEF00"/>
      </a:accent1>
      <a:accent2>
        <a:srgbClr val="5CB2FF"/>
      </a:accent2>
      <a:accent3>
        <a:srgbClr val="FFAF00"/>
      </a:accent3>
      <a:accent4>
        <a:srgbClr val="FF3E3E"/>
      </a:accent4>
      <a:accent5>
        <a:srgbClr val="C16CFA"/>
      </a:accent5>
      <a:accent6>
        <a:srgbClr val="2EE7B6"/>
      </a:accent6>
      <a:hlink>
        <a:srgbClr val="C5F467"/>
      </a:hlink>
      <a:folHlink>
        <a:srgbClr val="A4B1CD"/>
      </a:folHlink>
    </a:clrScheme>
    <a:fontScheme name="Codex">
      <a:majorFont>
        <a:latin typeface="Chakra Petch"/>
        <a:ea typeface=""/>
        <a:cs typeface=""/>
      </a:majorFont>
      <a:minorFont>
        <a:latin typeface="Figtree"/>
        <a:ea typeface=""/>
        <a:cs typeface=""/>
      </a:minorFont>
    </a:fontScheme>
    <a:fmtScheme name="Codex">
      <a:fillStyleLst>
        <a:solidFill>
          <a:schemeClr val="phClr"/>
        </a:solidFill>
        <a:solidFill>
          <a:schemeClr val="phClr"/>
        </a:solidFill>
        <a:solidFill>
          <a:schemeClr val="phClr"/>
        </a:solidFill>
      </a:fillStyleLst>
      <a:lnStyleLst>
        <a:ln w="12700">
          <a:solidFill>
            <a:schemeClr val="phClr"/>
          </a:solidFill>
        </a:ln>
        <a:ln w="19050">
          <a:solidFill>
            <a:schemeClr val="phClr"/>
          </a:solidFill>
        </a:ln>
        <a:ln w="2540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spDef>
      <a:spPr>
        <a:solidFill>
          <a:schemeClr val="bg2"/>
        </a:solidFill>
        <a:ln w="19050">
          <a:solidFill>
            <a:srgbClr val="2C3A52"/>
          </a:solidFill>
        </a:ln>
      </a:spPr>
      <a:bodyPr rtlCol="0" anchor="ctr"/>
      <a:lstStyle>
        <a:defPPr algn="ctr">
          <a:defRPr>
            <a:solidFill>
              <a:schemeClr val="tx1"/>
            </a:solidFill>
          </a:defRPr>
        </a:defPPr>
      </a:lstStyle>
    </a:spDef>
    <a:lnDef>
      <a:spPr>
        <a:ln w="19050">
          <a:solidFill>
            <a:srgbClr val="8494B5"/>
          </a:solidFill>
          <a:tailEnd type="triangle"/>
        </a:ln>
      </a:spPr>
      <a:bodyPr/>
      <a:lstStyle/>
    </a:lnDef>
    <a:txDef>
      <a:spPr>
        <a:noFill/>
      </a:spPr>
      <a:bodyPr wrap="square" rtlCol="0">
        <a:spAutoFit/>
      </a:bodyPr>
      <a:lstStyle>
        <a:defPPr>
          <a:defRPr>
            <a:solidFill>
              <a:srgbClr val="E4E9F4"/>
            </a:solidFill>
          </a:defRPr>
        </a:defPPr>
      </a:lstStyle>
    </a:txDef>
  </a:objectDefaults>
  <a:extraClrSchemeLst/>
</a:theme>
</file>

<file path=docProps/app.xml><?xml version="1.0" encoding="utf-8"?>
<Properties xmlns="http://schemas.openxmlformats.org/officeDocument/2006/extended-properties">
  <PresentationFormat>Widescreen</PresentationFormat>
  <Slides>12</Slides>
  <Notes>12</Notes>
</Properties>
</file>

<file path=docProps/core.xml><?xml version="1.0" encoding="utf-8"?>
<cp:coreProperties xmlns:cp="http://schemas.openxmlformats.org/package/2006/metadata/core-properties" xmlns:dc="http://purl.org/dc/elements/1.1/" xmlns:dcterms="http://purl.org/dc/terms/" xmlns:xsi="http://www.w3.org/2001/XMLSchema-instance">
  <dc:title>Codex course slides</dc:title>
  <dc:creator>Codex</dc:creator>
</cp:coreProperties>
</file>